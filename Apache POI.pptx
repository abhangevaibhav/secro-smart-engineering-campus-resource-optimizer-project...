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7B94257-2128-4466-838D-B73BF7984B1D}" v="7" dt="2026-04-05T17:04:21.454"/>
    <p1510:client id="{F861ABDB-7B63-4613-8EA0-63EAE1631374}" v="26" dt="2026-04-05T12:24:49.89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82" d="100"/>
          <a:sy n="82" d="100"/>
        </p:scale>
        <p:origin x="672" y="7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aibhav Dnyaneshwar Abhange" userId="784a7cf182c92a5a" providerId="LiveId" clId="{7E67D044-61AC-4FE2-8303-7B4163D608DC}"/>
    <pc:docChg chg="addSld modSld">
      <pc:chgData name="Vaibhav Dnyaneshwar Abhange" userId="784a7cf182c92a5a" providerId="LiveId" clId="{7E67D044-61AC-4FE2-8303-7B4163D608DC}" dt="2026-04-05T17:04:21.451" v="9" actId="1076"/>
      <pc:docMkLst>
        <pc:docMk/>
      </pc:docMkLst>
      <pc:sldChg chg="modSp">
        <pc:chgData name="Vaibhav Dnyaneshwar Abhange" userId="784a7cf182c92a5a" providerId="LiveId" clId="{7E67D044-61AC-4FE2-8303-7B4163D608DC}" dt="2026-04-05T17:04:21.451" v="9" actId="1076"/>
        <pc:sldMkLst>
          <pc:docMk/>
          <pc:sldMk cId="0" sldId="256"/>
        </pc:sldMkLst>
        <pc:picChg chg="mod">
          <ac:chgData name="Vaibhav Dnyaneshwar Abhange" userId="784a7cf182c92a5a" providerId="LiveId" clId="{7E67D044-61AC-4FE2-8303-7B4163D608DC}" dt="2026-04-05T17:04:21.451" v="9" actId="1076"/>
          <ac:picMkLst>
            <pc:docMk/>
            <pc:sldMk cId="0" sldId="256"/>
            <ac:picMk id="1026" creationId="{B59DC5F0-61D4-1F11-5EE6-C7A10F7C41CD}"/>
          </ac:picMkLst>
        </pc:picChg>
      </pc:sldChg>
      <pc:sldChg chg="modSp new mod">
        <pc:chgData name="Vaibhav Dnyaneshwar Abhange" userId="784a7cf182c92a5a" providerId="LiveId" clId="{7E67D044-61AC-4FE2-8303-7B4163D608DC}" dt="2026-04-05T13:49:52.508" v="3" actId="1076"/>
        <pc:sldMkLst>
          <pc:docMk/>
          <pc:sldMk cId="2656697744" sldId="261"/>
        </pc:sldMkLst>
        <pc:spChg chg="mod">
          <ac:chgData name="Vaibhav Dnyaneshwar Abhange" userId="784a7cf182c92a5a" providerId="LiveId" clId="{7E67D044-61AC-4FE2-8303-7B4163D608DC}" dt="2026-04-05T13:49:31.932" v="1"/>
          <ac:spMkLst>
            <pc:docMk/>
            <pc:sldMk cId="2656697744" sldId="261"/>
            <ac:spMk id="2" creationId="{8AEC1F35-EB03-3A92-CCB7-39D002228983}"/>
          </ac:spMkLst>
        </pc:spChg>
        <pc:spChg chg="mod">
          <ac:chgData name="Vaibhav Dnyaneshwar Abhange" userId="784a7cf182c92a5a" providerId="LiveId" clId="{7E67D044-61AC-4FE2-8303-7B4163D608DC}" dt="2026-04-05T13:49:52.508" v="3" actId="1076"/>
          <ac:spMkLst>
            <pc:docMk/>
            <pc:sldMk cId="2656697744" sldId="261"/>
            <ac:spMk id="3" creationId="{0E526ADA-4D7F-63C6-2B1D-6A7CFD4354FD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ow I escaped Apache-POI and found my dream 3rd party excel writer | by  Deepak Choudhary | Medium">
            <a:extLst>
              <a:ext uri="{FF2B5EF4-FFF2-40B4-BE49-F238E27FC236}">
                <a16:creationId xmlns:a16="http://schemas.microsoft.com/office/drawing/2014/main" id="{B59DC5F0-61D4-1F11-5EE6-C7A10F7C41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6584" y="0"/>
            <a:ext cx="12191999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DB4284-41F8-6FF8-88A6-9B2A6A6016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1967"/>
            <a:ext cx="10515600" cy="6064996"/>
          </a:xfrm>
        </p:spPr>
        <p:txBody>
          <a:bodyPr>
            <a:noAutofit/>
          </a:bodyPr>
          <a:lstStyle/>
          <a:p>
            <a:r>
              <a:rPr lang="en-US" dirty="0"/>
              <a:t>Apache POI is an open-source Java library used to create, read, modify, and display Microsoft Office files (Excel, Word, PowerPoint) programmatically without needing MS Office installed.</a:t>
            </a:r>
          </a:p>
          <a:p>
            <a:r>
              <a:rPr lang="en-US" dirty="0"/>
              <a:t> It supports both older binary formats (.</a:t>
            </a:r>
            <a:r>
              <a:rPr lang="en-US" dirty="0" err="1"/>
              <a:t>xls</a:t>
            </a:r>
            <a:r>
              <a:rPr lang="en-US" dirty="0"/>
              <a:t>, .doc) and modern OOXML formats (.xlsx, .docx), making it essential for Java-based data automation.</a:t>
            </a:r>
          </a:p>
          <a:p>
            <a:r>
              <a:rPr lang="en-US" b="1" dirty="0"/>
              <a:t>Excel (XLS/XLSX):</a:t>
            </a:r>
            <a:r>
              <a:rPr lang="en-US" dirty="0"/>
              <a:t> Supports HSSF (for .</a:t>
            </a:r>
            <a:r>
              <a:rPr lang="en-US" dirty="0" err="1"/>
              <a:t>xls</a:t>
            </a:r>
            <a:r>
              <a:rPr lang="en-US" dirty="0"/>
              <a:t>) and XSSF (for .xlsx) APIs.</a:t>
            </a:r>
          </a:p>
          <a:p>
            <a:r>
              <a:rPr lang="en-US" b="1" dirty="0"/>
              <a:t>Large Files:</a:t>
            </a:r>
            <a:r>
              <a:rPr lang="en-US" dirty="0"/>
              <a:t> SXSSF API is included for streaming, memory-efficient handling of very large Excel sheets.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04462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B45146-1050-7665-86BB-C96F45FE08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 Apache POI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2E5390-544C-29D3-51DF-922A461746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library helps Java interact with Excel files (.</a:t>
            </a:r>
            <a:r>
              <a:rPr lang="en-US" dirty="0" err="1"/>
              <a:t>xls</a:t>
            </a:r>
            <a:r>
              <a:rPr lang="en-US" dirty="0"/>
              <a:t> and .xlsx).</a:t>
            </a:r>
          </a:p>
        </p:txBody>
      </p:sp>
    </p:spTree>
    <p:extLst>
      <p:ext uri="{BB962C8B-B14F-4D97-AF65-F5344CB8AC3E}">
        <p14:creationId xmlns:p14="http://schemas.microsoft.com/office/powerpoint/2010/main" val="11449813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8F2FB8-2A37-BFE8-4403-033498F89E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26571"/>
            <a:ext cx="10515600" cy="5850392"/>
          </a:xfrm>
        </p:spPr>
        <p:txBody>
          <a:bodyPr/>
          <a:lstStyle/>
          <a:p>
            <a:r>
              <a:rPr lang="en-US" dirty="0"/>
              <a:t>Download : apache-maven-3.9.x-bin.zip</a:t>
            </a:r>
          </a:p>
          <a:p>
            <a:r>
              <a:rPr lang="en-US" dirty="0"/>
              <a:t>After download complete add maven to your system path.</a:t>
            </a:r>
          </a:p>
        </p:txBody>
      </p:sp>
    </p:spTree>
    <p:extLst>
      <p:ext uri="{BB962C8B-B14F-4D97-AF65-F5344CB8AC3E}">
        <p14:creationId xmlns:p14="http://schemas.microsoft.com/office/powerpoint/2010/main" val="33532504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D0EA49-1F2A-C535-3E75-890EB44A4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Steps to add Maven to system path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751D15-C773-656F-C0F8-C205A5DC14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Find Your Maven Folder</a:t>
            </a:r>
          </a:p>
          <a:p>
            <a:r>
              <a:rPr lang="en-US" dirty="0"/>
              <a:t>Copy Path of bin</a:t>
            </a:r>
          </a:p>
          <a:p>
            <a:r>
              <a:rPr lang="en-US" dirty="0"/>
              <a:t>Add to Environment Variables</a:t>
            </a:r>
          </a:p>
          <a:p>
            <a:r>
              <a:rPr lang="en-US" dirty="0"/>
              <a:t>Open vs code </a:t>
            </a:r>
          </a:p>
          <a:p>
            <a:r>
              <a:rPr lang="en-US" dirty="0"/>
              <a:t>Open terminal and run: </a:t>
            </a:r>
            <a:r>
              <a:rPr lang="en-US" dirty="0" err="1"/>
              <a:t>mvn</a:t>
            </a:r>
            <a:r>
              <a:rPr lang="en-US" dirty="0"/>
              <a:t> –v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24346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C1F35-EB03-3A92-CCB7-39D0022289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 Your SCRO 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526ADA-4D7F-63C6-2B1D-6A7CFD4354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596" y="1581701"/>
            <a:ext cx="10515600" cy="4351338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66977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180</TotalTime>
  <Words>173</Words>
  <Application>Microsoft Office PowerPoint</Application>
  <PresentationFormat>Widescreen</PresentationFormat>
  <Paragraphs>15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Use Apache POI</vt:lpstr>
      <vt:lpstr>PowerPoint Presentation</vt:lpstr>
      <vt:lpstr>Steps to add Maven to system path</vt:lpstr>
      <vt:lpstr>Create Your SCRO Project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Lenovo</dc:creator>
  <cp:lastModifiedBy>Vaibhav Dnyaneshwar Abhange</cp:lastModifiedBy>
  <cp:revision>3</cp:revision>
  <dcterms:created xsi:type="dcterms:W3CDTF">2025-07-23T00:59:00Z</dcterms:created>
  <dcterms:modified xsi:type="dcterms:W3CDTF">2026-04-05T17:04:21Z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53D98EA922644B478A13410A32A3BB50_13</vt:lpwstr>
  </property>
  <property fmtid="{D5CDD505-2E9C-101B-9397-08002B2CF9AE}" pid="3" name="KSOProductBuildVer">
    <vt:lpwstr>2052-12.1.0.21915</vt:lpwstr>
  </property>
</Properties>
</file>