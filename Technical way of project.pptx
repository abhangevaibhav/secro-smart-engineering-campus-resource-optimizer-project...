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1699D0-80C3-4A3B-8436-94635DB56AE3}" v="40" dt="2026-03-11T14:13:54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nyaneshwar Abhange" userId="784a7cf182c92a5a" providerId="LiveId" clId="{7E67D044-61AC-4FE2-8303-7B4163D608DC}"/>
    <pc:docChg chg="custSel addSld modSld">
      <pc:chgData name="Vaibhav Dnyaneshwar Abhange" userId="784a7cf182c92a5a" providerId="LiveId" clId="{7E67D044-61AC-4FE2-8303-7B4163D608DC}" dt="2026-03-11T14:13:54.128" v="141"/>
      <pc:docMkLst>
        <pc:docMk/>
      </pc:docMkLst>
      <pc:sldChg chg="addSp delSp modSp mod">
        <pc:chgData name="Vaibhav Dnyaneshwar Abhange" userId="784a7cf182c92a5a" providerId="LiveId" clId="{7E67D044-61AC-4FE2-8303-7B4163D608DC}" dt="2026-03-11T13:33:00.724" v="3" actId="478"/>
        <pc:sldMkLst>
          <pc:docMk/>
          <pc:sldMk cId="3635154707" sldId="256"/>
        </pc:sldMkLst>
        <pc:spChg chg="mod">
          <ac:chgData name="Vaibhav Dnyaneshwar Abhange" userId="784a7cf182c92a5a" providerId="LiveId" clId="{7E67D044-61AC-4FE2-8303-7B4163D608DC}" dt="2026-03-11T13:32:45.965" v="2" actId="27636"/>
          <ac:spMkLst>
            <pc:docMk/>
            <pc:sldMk cId="3635154707" sldId="256"/>
            <ac:spMk id="2" creationId="{24AC663C-35FE-7A43-444E-F035BCA50104}"/>
          </ac:spMkLst>
        </pc:spChg>
        <pc:spChg chg="del">
          <ac:chgData name="Vaibhav Dnyaneshwar Abhange" userId="784a7cf182c92a5a" providerId="LiveId" clId="{7E67D044-61AC-4FE2-8303-7B4163D608DC}" dt="2026-03-11T13:33:00.724" v="3" actId="478"/>
          <ac:spMkLst>
            <pc:docMk/>
            <pc:sldMk cId="3635154707" sldId="256"/>
            <ac:spMk id="3" creationId="{01C0B87F-1F5B-250F-7D35-DEE136C38958}"/>
          </ac:spMkLst>
        </pc:spChg>
        <pc:spChg chg="add mod">
          <ac:chgData name="Vaibhav Dnyaneshwar Abhange" userId="784a7cf182c92a5a" providerId="LiveId" clId="{7E67D044-61AC-4FE2-8303-7B4163D608DC}" dt="2026-03-11T13:32:17.600" v="0" actId="571"/>
          <ac:spMkLst>
            <pc:docMk/>
            <pc:sldMk cId="3635154707" sldId="256"/>
            <ac:spMk id="4" creationId="{029AE398-3685-403F-AFC0-58813B06EA91}"/>
          </ac:spMkLst>
        </pc:spChg>
      </pc:sldChg>
      <pc:sldChg chg="modSp new mod">
        <pc:chgData name="Vaibhav Dnyaneshwar Abhange" userId="784a7cf182c92a5a" providerId="LiveId" clId="{7E67D044-61AC-4FE2-8303-7B4163D608DC}" dt="2026-03-11T13:34:21.971" v="34"/>
        <pc:sldMkLst>
          <pc:docMk/>
          <pc:sldMk cId="3018032945" sldId="257"/>
        </pc:sldMkLst>
        <pc:spChg chg="mod">
          <ac:chgData name="Vaibhav Dnyaneshwar Abhange" userId="784a7cf182c92a5a" providerId="LiveId" clId="{7E67D044-61AC-4FE2-8303-7B4163D608DC}" dt="2026-03-11T13:33:51.821" v="33" actId="20577"/>
          <ac:spMkLst>
            <pc:docMk/>
            <pc:sldMk cId="3018032945" sldId="257"/>
            <ac:spMk id="2" creationId="{A5B78818-78A0-9E73-2EC2-C531B32A88F3}"/>
          </ac:spMkLst>
        </pc:spChg>
        <pc:spChg chg="mod">
          <ac:chgData name="Vaibhav Dnyaneshwar Abhange" userId="784a7cf182c92a5a" providerId="LiveId" clId="{7E67D044-61AC-4FE2-8303-7B4163D608DC}" dt="2026-03-11T13:34:21.971" v="34"/>
          <ac:spMkLst>
            <pc:docMk/>
            <pc:sldMk cId="3018032945" sldId="257"/>
            <ac:spMk id="3" creationId="{82CC7DCB-70EC-A031-CA0C-3ABCEB45221C}"/>
          </ac:spMkLst>
        </pc:spChg>
      </pc:sldChg>
      <pc:sldChg chg="modSp new">
        <pc:chgData name="Vaibhav Dnyaneshwar Abhange" userId="784a7cf182c92a5a" providerId="LiveId" clId="{7E67D044-61AC-4FE2-8303-7B4163D608DC}" dt="2026-03-11T13:37:11.987" v="37"/>
        <pc:sldMkLst>
          <pc:docMk/>
          <pc:sldMk cId="394128192" sldId="258"/>
        </pc:sldMkLst>
        <pc:spChg chg="mod">
          <ac:chgData name="Vaibhav Dnyaneshwar Abhange" userId="784a7cf182c92a5a" providerId="LiveId" clId="{7E67D044-61AC-4FE2-8303-7B4163D608DC}" dt="2026-03-11T13:36:25.362" v="36"/>
          <ac:spMkLst>
            <pc:docMk/>
            <pc:sldMk cId="394128192" sldId="258"/>
            <ac:spMk id="2" creationId="{05DA7FB2-2841-B61D-BEAB-0ADCA0F9B5EF}"/>
          </ac:spMkLst>
        </pc:spChg>
        <pc:spChg chg="mod">
          <ac:chgData name="Vaibhav Dnyaneshwar Abhange" userId="784a7cf182c92a5a" providerId="LiveId" clId="{7E67D044-61AC-4FE2-8303-7B4163D608DC}" dt="2026-03-11T13:37:11.987" v="37"/>
          <ac:spMkLst>
            <pc:docMk/>
            <pc:sldMk cId="394128192" sldId="258"/>
            <ac:spMk id="3" creationId="{D2ACE26F-BEC5-2506-E730-3407147C1DF9}"/>
          </ac:spMkLst>
        </pc:spChg>
      </pc:sldChg>
      <pc:sldChg chg="modSp new mod">
        <pc:chgData name="Vaibhav Dnyaneshwar Abhange" userId="784a7cf182c92a5a" providerId="LiveId" clId="{7E67D044-61AC-4FE2-8303-7B4163D608DC}" dt="2026-03-11T13:40:48.683" v="42"/>
        <pc:sldMkLst>
          <pc:docMk/>
          <pc:sldMk cId="420855489" sldId="259"/>
        </pc:sldMkLst>
        <pc:spChg chg="mod">
          <ac:chgData name="Vaibhav Dnyaneshwar Abhange" userId="784a7cf182c92a5a" providerId="LiveId" clId="{7E67D044-61AC-4FE2-8303-7B4163D608DC}" dt="2026-03-11T13:38:20.905" v="39"/>
          <ac:spMkLst>
            <pc:docMk/>
            <pc:sldMk cId="420855489" sldId="259"/>
            <ac:spMk id="2" creationId="{432A9FDB-CC5B-21B2-2370-1DAF63EF49F0}"/>
          </ac:spMkLst>
        </pc:spChg>
        <pc:spChg chg="mod">
          <ac:chgData name="Vaibhav Dnyaneshwar Abhange" userId="784a7cf182c92a5a" providerId="LiveId" clId="{7E67D044-61AC-4FE2-8303-7B4163D608DC}" dt="2026-03-11T13:40:48.683" v="42"/>
          <ac:spMkLst>
            <pc:docMk/>
            <pc:sldMk cId="420855489" sldId="259"/>
            <ac:spMk id="3" creationId="{BD169613-9E42-1CDE-703F-CD0DB9820407}"/>
          </ac:spMkLst>
        </pc:spChg>
      </pc:sldChg>
      <pc:sldChg chg="modSp new">
        <pc:chgData name="Vaibhav Dnyaneshwar Abhange" userId="784a7cf182c92a5a" providerId="LiveId" clId="{7E67D044-61AC-4FE2-8303-7B4163D608DC}" dt="2026-03-11T13:55:04.415" v="44"/>
        <pc:sldMkLst>
          <pc:docMk/>
          <pc:sldMk cId="454806996" sldId="260"/>
        </pc:sldMkLst>
        <pc:spChg chg="mod">
          <ac:chgData name="Vaibhav Dnyaneshwar Abhange" userId="784a7cf182c92a5a" providerId="LiveId" clId="{7E67D044-61AC-4FE2-8303-7B4163D608DC}" dt="2026-03-11T13:55:04.415" v="44"/>
          <ac:spMkLst>
            <pc:docMk/>
            <pc:sldMk cId="454806996" sldId="260"/>
            <ac:spMk id="3" creationId="{E9A649EF-4849-0B72-8B3F-6DA8F7341CDD}"/>
          </ac:spMkLst>
        </pc:spChg>
      </pc:sldChg>
      <pc:sldChg chg="modSp new mod">
        <pc:chgData name="Vaibhav Dnyaneshwar Abhange" userId="784a7cf182c92a5a" providerId="LiveId" clId="{7E67D044-61AC-4FE2-8303-7B4163D608DC}" dt="2026-03-11T13:56:40.783" v="61"/>
        <pc:sldMkLst>
          <pc:docMk/>
          <pc:sldMk cId="2908215440" sldId="261"/>
        </pc:sldMkLst>
        <pc:spChg chg="mod">
          <ac:chgData name="Vaibhav Dnyaneshwar Abhange" userId="784a7cf182c92a5a" providerId="LiveId" clId="{7E67D044-61AC-4FE2-8303-7B4163D608DC}" dt="2026-03-11T13:55:27.132" v="46"/>
          <ac:spMkLst>
            <pc:docMk/>
            <pc:sldMk cId="2908215440" sldId="261"/>
            <ac:spMk id="2" creationId="{05D92489-D364-5567-FBFB-AB70D68140B7}"/>
          </ac:spMkLst>
        </pc:spChg>
        <pc:spChg chg="mod">
          <ac:chgData name="Vaibhav Dnyaneshwar Abhange" userId="784a7cf182c92a5a" providerId="LiveId" clId="{7E67D044-61AC-4FE2-8303-7B4163D608DC}" dt="2026-03-11T13:56:40.783" v="61"/>
          <ac:spMkLst>
            <pc:docMk/>
            <pc:sldMk cId="2908215440" sldId="261"/>
            <ac:spMk id="3" creationId="{C026CA80-1743-4F56-F974-F6940846E93B}"/>
          </ac:spMkLst>
        </pc:spChg>
      </pc:sldChg>
      <pc:sldChg chg="modSp new mod">
        <pc:chgData name="Vaibhav Dnyaneshwar Abhange" userId="784a7cf182c92a5a" providerId="LiveId" clId="{7E67D044-61AC-4FE2-8303-7B4163D608DC}" dt="2026-03-11T13:57:35.886" v="65" actId="27636"/>
        <pc:sldMkLst>
          <pc:docMk/>
          <pc:sldMk cId="1348414094" sldId="262"/>
        </pc:sldMkLst>
        <pc:spChg chg="mod">
          <ac:chgData name="Vaibhav Dnyaneshwar Abhange" userId="784a7cf182c92a5a" providerId="LiveId" clId="{7E67D044-61AC-4FE2-8303-7B4163D608DC}" dt="2026-03-11T13:57:35.886" v="65" actId="27636"/>
          <ac:spMkLst>
            <pc:docMk/>
            <pc:sldMk cId="1348414094" sldId="262"/>
            <ac:spMk id="3" creationId="{47B19F54-C5F7-50AD-A125-A329C05F0C2E}"/>
          </ac:spMkLst>
        </pc:spChg>
      </pc:sldChg>
      <pc:sldChg chg="modSp new mod">
        <pc:chgData name="Vaibhav Dnyaneshwar Abhange" userId="784a7cf182c92a5a" providerId="LiveId" clId="{7E67D044-61AC-4FE2-8303-7B4163D608DC}" dt="2026-03-11T13:59:21.568" v="71"/>
        <pc:sldMkLst>
          <pc:docMk/>
          <pc:sldMk cId="1156664221" sldId="263"/>
        </pc:sldMkLst>
        <pc:spChg chg="mod">
          <ac:chgData name="Vaibhav Dnyaneshwar Abhange" userId="784a7cf182c92a5a" providerId="LiveId" clId="{7E67D044-61AC-4FE2-8303-7B4163D608DC}" dt="2026-03-11T13:58:14.045" v="67"/>
          <ac:spMkLst>
            <pc:docMk/>
            <pc:sldMk cId="1156664221" sldId="263"/>
            <ac:spMk id="2" creationId="{14CBA89D-9438-2369-4779-C4AA8EA9E643}"/>
          </ac:spMkLst>
        </pc:spChg>
        <pc:spChg chg="mod">
          <ac:chgData name="Vaibhav Dnyaneshwar Abhange" userId="784a7cf182c92a5a" providerId="LiveId" clId="{7E67D044-61AC-4FE2-8303-7B4163D608DC}" dt="2026-03-11T13:59:21.568" v="71"/>
          <ac:spMkLst>
            <pc:docMk/>
            <pc:sldMk cId="1156664221" sldId="263"/>
            <ac:spMk id="3" creationId="{D72798AD-6909-DCBC-51B6-FED4C65D016F}"/>
          </ac:spMkLst>
        </pc:spChg>
      </pc:sldChg>
      <pc:sldChg chg="delSp modSp new mod">
        <pc:chgData name="Vaibhav Dnyaneshwar Abhange" userId="784a7cf182c92a5a" providerId="LiveId" clId="{7E67D044-61AC-4FE2-8303-7B4163D608DC}" dt="2026-03-11T14:00:16.039" v="77" actId="27636"/>
        <pc:sldMkLst>
          <pc:docMk/>
          <pc:sldMk cId="3413999135" sldId="264"/>
        </pc:sldMkLst>
        <pc:spChg chg="del">
          <ac:chgData name="Vaibhav Dnyaneshwar Abhange" userId="784a7cf182c92a5a" providerId="LiveId" clId="{7E67D044-61AC-4FE2-8303-7B4163D608DC}" dt="2026-03-11T13:59:59.620" v="72" actId="478"/>
          <ac:spMkLst>
            <pc:docMk/>
            <pc:sldMk cId="3413999135" sldId="264"/>
            <ac:spMk id="2" creationId="{C6239268-D5A1-D3FC-19A5-67E28E0D2756}"/>
          </ac:spMkLst>
        </pc:spChg>
        <pc:spChg chg="mod">
          <ac:chgData name="Vaibhav Dnyaneshwar Abhange" userId="784a7cf182c92a5a" providerId="LiveId" clId="{7E67D044-61AC-4FE2-8303-7B4163D608DC}" dt="2026-03-11T14:00:16.039" v="77" actId="27636"/>
          <ac:spMkLst>
            <pc:docMk/>
            <pc:sldMk cId="3413999135" sldId="264"/>
            <ac:spMk id="3" creationId="{FEB134E7-80B6-9A33-D8B2-55BE5F3FD643}"/>
          </ac:spMkLst>
        </pc:spChg>
      </pc:sldChg>
      <pc:sldChg chg="modSp new">
        <pc:chgData name="Vaibhav Dnyaneshwar Abhange" userId="784a7cf182c92a5a" providerId="LiveId" clId="{7E67D044-61AC-4FE2-8303-7B4163D608DC}" dt="2026-03-11T14:01:12.523" v="80"/>
        <pc:sldMkLst>
          <pc:docMk/>
          <pc:sldMk cId="2418534067" sldId="265"/>
        </pc:sldMkLst>
        <pc:spChg chg="mod">
          <ac:chgData name="Vaibhav Dnyaneshwar Abhange" userId="784a7cf182c92a5a" providerId="LiveId" clId="{7E67D044-61AC-4FE2-8303-7B4163D608DC}" dt="2026-03-11T14:00:55.831" v="79"/>
          <ac:spMkLst>
            <pc:docMk/>
            <pc:sldMk cId="2418534067" sldId="265"/>
            <ac:spMk id="2" creationId="{8AC9CE03-01D5-FDC4-3D7A-8D780140BB68}"/>
          </ac:spMkLst>
        </pc:spChg>
        <pc:spChg chg="mod">
          <ac:chgData name="Vaibhav Dnyaneshwar Abhange" userId="784a7cf182c92a5a" providerId="LiveId" clId="{7E67D044-61AC-4FE2-8303-7B4163D608DC}" dt="2026-03-11T14:01:12.523" v="80"/>
          <ac:spMkLst>
            <pc:docMk/>
            <pc:sldMk cId="2418534067" sldId="265"/>
            <ac:spMk id="3" creationId="{05232C18-FDC5-2F90-E506-E86066528643}"/>
          </ac:spMkLst>
        </pc:spChg>
      </pc:sldChg>
      <pc:sldChg chg="delSp modSp new mod">
        <pc:chgData name="Vaibhav Dnyaneshwar Abhange" userId="784a7cf182c92a5a" providerId="LiveId" clId="{7E67D044-61AC-4FE2-8303-7B4163D608DC}" dt="2026-03-11T14:01:58.479" v="84"/>
        <pc:sldMkLst>
          <pc:docMk/>
          <pc:sldMk cId="2202993180" sldId="266"/>
        </pc:sldMkLst>
        <pc:spChg chg="del">
          <ac:chgData name="Vaibhav Dnyaneshwar Abhange" userId="784a7cf182c92a5a" providerId="LiveId" clId="{7E67D044-61AC-4FE2-8303-7B4163D608DC}" dt="2026-03-11T14:01:48.965" v="82" actId="478"/>
          <ac:spMkLst>
            <pc:docMk/>
            <pc:sldMk cId="2202993180" sldId="266"/>
            <ac:spMk id="2" creationId="{141B01E6-639B-73BA-22D1-95A008DFD3BA}"/>
          </ac:spMkLst>
        </pc:spChg>
        <pc:spChg chg="mod">
          <ac:chgData name="Vaibhav Dnyaneshwar Abhange" userId="784a7cf182c92a5a" providerId="LiveId" clId="{7E67D044-61AC-4FE2-8303-7B4163D608DC}" dt="2026-03-11T14:01:58.479" v="84"/>
          <ac:spMkLst>
            <pc:docMk/>
            <pc:sldMk cId="2202993180" sldId="266"/>
            <ac:spMk id="3" creationId="{87A8EF80-79F1-044C-EC65-A7DA15A4B675}"/>
          </ac:spMkLst>
        </pc:spChg>
      </pc:sldChg>
      <pc:sldChg chg="modSp new">
        <pc:chgData name="Vaibhav Dnyaneshwar Abhange" userId="784a7cf182c92a5a" providerId="LiveId" clId="{7E67D044-61AC-4FE2-8303-7B4163D608DC}" dt="2026-03-11T14:03:04.360" v="87"/>
        <pc:sldMkLst>
          <pc:docMk/>
          <pc:sldMk cId="3468836817" sldId="267"/>
        </pc:sldMkLst>
        <pc:spChg chg="mod">
          <ac:chgData name="Vaibhav Dnyaneshwar Abhange" userId="784a7cf182c92a5a" providerId="LiveId" clId="{7E67D044-61AC-4FE2-8303-7B4163D608DC}" dt="2026-03-11T14:02:25.646" v="86"/>
          <ac:spMkLst>
            <pc:docMk/>
            <pc:sldMk cId="3468836817" sldId="267"/>
            <ac:spMk id="2" creationId="{238E093B-5CF3-807A-597C-B1AB440EC3B1}"/>
          </ac:spMkLst>
        </pc:spChg>
        <pc:spChg chg="mod">
          <ac:chgData name="Vaibhav Dnyaneshwar Abhange" userId="784a7cf182c92a5a" providerId="LiveId" clId="{7E67D044-61AC-4FE2-8303-7B4163D608DC}" dt="2026-03-11T14:03:04.360" v="87"/>
          <ac:spMkLst>
            <pc:docMk/>
            <pc:sldMk cId="3468836817" sldId="267"/>
            <ac:spMk id="3" creationId="{B9D4C938-56C6-8077-4DBB-ACBDFBA1D2CA}"/>
          </ac:spMkLst>
        </pc:spChg>
      </pc:sldChg>
      <pc:sldChg chg="delSp modSp new mod">
        <pc:chgData name="Vaibhav Dnyaneshwar Abhange" userId="784a7cf182c92a5a" providerId="LiveId" clId="{7E67D044-61AC-4FE2-8303-7B4163D608DC}" dt="2026-03-11T14:04:19.668" v="94" actId="14100"/>
        <pc:sldMkLst>
          <pc:docMk/>
          <pc:sldMk cId="2810710357" sldId="268"/>
        </pc:sldMkLst>
        <pc:spChg chg="del">
          <ac:chgData name="Vaibhav Dnyaneshwar Abhange" userId="784a7cf182c92a5a" providerId="LiveId" clId="{7E67D044-61AC-4FE2-8303-7B4163D608DC}" dt="2026-03-11T14:04:11.204" v="91" actId="478"/>
          <ac:spMkLst>
            <pc:docMk/>
            <pc:sldMk cId="2810710357" sldId="268"/>
            <ac:spMk id="2" creationId="{EFB9A31F-DF92-9440-2F9C-71BA5C937475}"/>
          </ac:spMkLst>
        </pc:spChg>
        <pc:spChg chg="mod">
          <ac:chgData name="Vaibhav Dnyaneshwar Abhange" userId="784a7cf182c92a5a" providerId="LiveId" clId="{7E67D044-61AC-4FE2-8303-7B4163D608DC}" dt="2026-03-11T14:04:19.668" v="94" actId="14100"/>
          <ac:spMkLst>
            <pc:docMk/>
            <pc:sldMk cId="2810710357" sldId="268"/>
            <ac:spMk id="3" creationId="{4BAE02C2-E2B6-6D35-F91B-123D22207573}"/>
          </ac:spMkLst>
        </pc:spChg>
      </pc:sldChg>
      <pc:sldChg chg="modSp new mod">
        <pc:chgData name="Vaibhav Dnyaneshwar Abhange" userId="784a7cf182c92a5a" providerId="LiveId" clId="{7E67D044-61AC-4FE2-8303-7B4163D608DC}" dt="2026-03-11T14:05:19.676" v="98" actId="27636"/>
        <pc:sldMkLst>
          <pc:docMk/>
          <pc:sldMk cId="971995335" sldId="269"/>
        </pc:sldMkLst>
        <pc:spChg chg="mod">
          <ac:chgData name="Vaibhav Dnyaneshwar Abhange" userId="784a7cf182c92a5a" providerId="LiveId" clId="{7E67D044-61AC-4FE2-8303-7B4163D608DC}" dt="2026-03-11T14:04:50.253" v="96"/>
          <ac:spMkLst>
            <pc:docMk/>
            <pc:sldMk cId="971995335" sldId="269"/>
            <ac:spMk id="2" creationId="{036ABA51-7FFD-6B00-BF85-8069501C7102}"/>
          </ac:spMkLst>
        </pc:spChg>
        <pc:spChg chg="mod">
          <ac:chgData name="Vaibhav Dnyaneshwar Abhange" userId="784a7cf182c92a5a" providerId="LiveId" clId="{7E67D044-61AC-4FE2-8303-7B4163D608DC}" dt="2026-03-11T14:05:19.676" v="98" actId="27636"/>
          <ac:spMkLst>
            <pc:docMk/>
            <pc:sldMk cId="971995335" sldId="269"/>
            <ac:spMk id="3" creationId="{F16FE0B3-FF70-1237-663E-C8C5B0C2430B}"/>
          </ac:spMkLst>
        </pc:spChg>
      </pc:sldChg>
      <pc:sldChg chg="delSp modSp new mod">
        <pc:chgData name="Vaibhav Dnyaneshwar Abhange" userId="784a7cf182c92a5a" providerId="LiveId" clId="{7E67D044-61AC-4FE2-8303-7B4163D608DC}" dt="2026-03-11T14:06:04.915" v="105" actId="27636"/>
        <pc:sldMkLst>
          <pc:docMk/>
          <pc:sldMk cId="1963887835" sldId="270"/>
        </pc:sldMkLst>
        <pc:spChg chg="del">
          <ac:chgData name="Vaibhav Dnyaneshwar Abhange" userId="784a7cf182c92a5a" providerId="LiveId" clId="{7E67D044-61AC-4FE2-8303-7B4163D608DC}" dt="2026-03-11T14:05:51.576" v="100" actId="478"/>
          <ac:spMkLst>
            <pc:docMk/>
            <pc:sldMk cId="1963887835" sldId="270"/>
            <ac:spMk id="2" creationId="{38C61656-BECB-09BC-A854-E1723A3AFCEB}"/>
          </ac:spMkLst>
        </pc:spChg>
        <pc:spChg chg="mod">
          <ac:chgData name="Vaibhav Dnyaneshwar Abhange" userId="784a7cf182c92a5a" providerId="LiveId" clId="{7E67D044-61AC-4FE2-8303-7B4163D608DC}" dt="2026-03-11T14:06:04.915" v="105" actId="27636"/>
          <ac:spMkLst>
            <pc:docMk/>
            <pc:sldMk cId="1963887835" sldId="270"/>
            <ac:spMk id="3" creationId="{511E4233-EF21-56A4-08CB-AEE55BF0B586}"/>
          </ac:spMkLst>
        </pc:spChg>
      </pc:sldChg>
      <pc:sldChg chg="modSp new mod">
        <pc:chgData name="Vaibhav Dnyaneshwar Abhange" userId="784a7cf182c92a5a" providerId="LiveId" clId="{7E67D044-61AC-4FE2-8303-7B4163D608DC}" dt="2026-03-11T14:07:12.015" v="109" actId="27636"/>
        <pc:sldMkLst>
          <pc:docMk/>
          <pc:sldMk cId="2550595171" sldId="271"/>
        </pc:sldMkLst>
        <pc:spChg chg="mod">
          <ac:chgData name="Vaibhav Dnyaneshwar Abhange" userId="784a7cf182c92a5a" providerId="LiveId" clId="{7E67D044-61AC-4FE2-8303-7B4163D608DC}" dt="2026-03-11T14:06:39.628" v="107"/>
          <ac:spMkLst>
            <pc:docMk/>
            <pc:sldMk cId="2550595171" sldId="271"/>
            <ac:spMk id="2" creationId="{73805005-9D9C-A6FE-154C-D670A31BA23A}"/>
          </ac:spMkLst>
        </pc:spChg>
        <pc:spChg chg="mod">
          <ac:chgData name="Vaibhav Dnyaneshwar Abhange" userId="784a7cf182c92a5a" providerId="LiveId" clId="{7E67D044-61AC-4FE2-8303-7B4163D608DC}" dt="2026-03-11T14:07:12.015" v="109" actId="27636"/>
          <ac:spMkLst>
            <pc:docMk/>
            <pc:sldMk cId="2550595171" sldId="271"/>
            <ac:spMk id="3" creationId="{F48B54DD-DEA6-92EA-BEC1-D70D7B9FA3A6}"/>
          </ac:spMkLst>
        </pc:spChg>
      </pc:sldChg>
      <pc:sldChg chg="delSp modSp new mod">
        <pc:chgData name="Vaibhav Dnyaneshwar Abhange" userId="784a7cf182c92a5a" providerId="LiveId" clId="{7E67D044-61AC-4FE2-8303-7B4163D608DC}" dt="2026-03-11T14:08:01.657" v="115" actId="14100"/>
        <pc:sldMkLst>
          <pc:docMk/>
          <pc:sldMk cId="2121793927" sldId="272"/>
        </pc:sldMkLst>
        <pc:spChg chg="del">
          <ac:chgData name="Vaibhav Dnyaneshwar Abhange" userId="784a7cf182c92a5a" providerId="LiveId" clId="{7E67D044-61AC-4FE2-8303-7B4163D608DC}" dt="2026-03-11T14:07:44.778" v="111" actId="478"/>
          <ac:spMkLst>
            <pc:docMk/>
            <pc:sldMk cId="2121793927" sldId="272"/>
            <ac:spMk id="2" creationId="{0D541141-B129-153F-0BF4-FBF17141EF02}"/>
          </ac:spMkLst>
        </pc:spChg>
        <pc:spChg chg="mod">
          <ac:chgData name="Vaibhav Dnyaneshwar Abhange" userId="784a7cf182c92a5a" providerId="LiveId" clId="{7E67D044-61AC-4FE2-8303-7B4163D608DC}" dt="2026-03-11T14:08:01.657" v="115" actId="14100"/>
          <ac:spMkLst>
            <pc:docMk/>
            <pc:sldMk cId="2121793927" sldId="272"/>
            <ac:spMk id="3" creationId="{0AB0CA2D-932F-BD69-48D0-98A58179CF49}"/>
          </ac:spMkLst>
        </pc:spChg>
      </pc:sldChg>
      <pc:sldChg chg="modSp new mod">
        <pc:chgData name="Vaibhav Dnyaneshwar Abhange" userId="784a7cf182c92a5a" providerId="LiveId" clId="{7E67D044-61AC-4FE2-8303-7B4163D608DC}" dt="2026-03-11T14:09:09.526" v="122" actId="14100"/>
        <pc:sldMkLst>
          <pc:docMk/>
          <pc:sldMk cId="1825943927" sldId="273"/>
        </pc:sldMkLst>
        <pc:spChg chg="mod">
          <ac:chgData name="Vaibhav Dnyaneshwar Abhange" userId="784a7cf182c92a5a" providerId="LiveId" clId="{7E67D044-61AC-4FE2-8303-7B4163D608DC}" dt="2026-03-11T14:08:36.798" v="117"/>
          <ac:spMkLst>
            <pc:docMk/>
            <pc:sldMk cId="1825943927" sldId="273"/>
            <ac:spMk id="2" creationId="{D806A08E-459C-ED70-BDB7-3D8917175770}"/>
          </ac:spMkLst>
        </pc:spChg>
        <pc:spChg chg="mod">
          <ac:chgData name="Vaibhav Dnyaneshwar Abhange" userId="784a7cf182c92a5a" providerId="LiveId" clId="{7E67D044-61AC-4FE2-8303-7B4163D608DC}" dt="2026-03-11T14:09:09.526" v="122" actId="14100"/>
          <ac:spMkLst>
            <pc:docMk/>
            <pc:sldMk cId="1825943927" sldId="273"/>
            <ac:spMk id="3" creationId="{A2DE033F-6BEA-856D-A7EE-FE711E7C8F98}"/>
          </ac:spMkLst>
        </pc:spChg>
      </pc:sldChg>
      <pc:sldChg chg="modSp new mod">
        <pc:chgData name="Vaibhav Dnyaneshwar Abhange" userId="784a7cf182c92a5a" providerId="LiveId" clId="{7E67D044-61AC-4FE2-8303-7B4163D608DC}" dt="2026-03-11T14:10:22.691" v="129" actId="14100"/>
        <pc:sldMkLst>
          <pc:docMk/>
          <pc:sldMk cId="2713464855" sldId="274"/>
        </pc:sldMkLst>
        <pc:spChg chg="mod">
          <ac:chgData name="Vaibhav Dnyaneshwar Abhange" userId="784a7cf182c92a5a" providerId="LiveId" clId="{7E67D044-61AC-4FE2-8303-7B4163D608DC}" dt="2026-03-11T14:09:49.073" v="124"/>
          <ac:spMkLst>
            <pc:docMk/>
            <pc:sldMk cId="2713464855" sldId="274"/>
            <ac:spMk id="2" creationId="{B31B62F1-90BB-005F-F222-B1406D06EFA7}"/>
          </ac:spMkLst>
        </pc:spChg>
        <pc:spChg chg="mod">
          <ac:chgData name="Vaibhav Dnyaneshwar Abhange" userId="784a7cf182c92a5a" providerId="LiveId" clId="{7E67D044-61AC-4FE2-8303-7B4163D608DC}" dt="2026-03-11T14:10:22.691" v="129" actId="14100"/>
          <ac:spMkLst>
            <pc:docMk/>
            <pc:sldMk cId="2713464855" sldId="274"/>
            <ac:spMk id="3" creationId="{E6D13725-CAB9-1418-B783-C961552A1D06}"/>
          </ac:spMkLst>
        </pc:spChg>
      </pc:sldChg>
      <pc:sldChg chg="modSp new mod">
        <pc:chgData name="Vaibhav Dnyaneshwar Abhange" userId="784a7cf182c92a5a" providerId="LiveId" clId="{7E67D044-61AC-4FE2-8303-7B4163D608DC}" dt="2026-03-11T14:11:49.224" v="133" actId="27636"/>
        <pc:sldMkLst>
          <pc:docMk/>
          <pc:sldMk cId="2891925426" sldId="275"/>
        </pc:sldMkLst>
        <pc:spChg chg="mod">
          <ac:chgData name="Vaibhav Dnyaneshwar Abhange" userId="784a7cf182c92a5a" providerId="LiveId" clId="{7E67D044-61AC-4FE2-8303-7B4163D608DC}" dt="2026-03-11T14:11:17.259" v="131"/>
          <ac:spMkLst>
            <pc:docMk/>
            <pc:sldMk cId="2891925426" sldId="275"/>
            <ac:spMk id="2" creationId="{15385326-5E92-ED98-5D5F-AB6574400763}"/>
          </ac:spMkLst>
        </pc:spChg>
        <pc:spChg chg="mod">
          <ac:chgData name="Vaibhav Dnyaneshwar Abhange" userId="784a7cf182c92a5a" providerId="LiveId" clId="{7E67D044-61AC-4FE2-8303-7B4163D608DC}" dt="2026-03-11T14:11:49.224" v="133" actId="27636"/>
          <ac:spMkLst>
            <pc:docMk/>
            <pc:sldMk cId="2891925426" sldId="275"/>
            <ac:spMk id="3" creationId="{1EAB36C0-AD22-7BB6-09BF-DFD938F6C2AA}"/>
          </ac:spMkLst>
        </pc:spChg>
      </pc:sldChg>
      <pc:sldChg chg="addSp delSp modSp new mod">
        <pc:chgData name="Vaibhav Dnyaneshwar Abhange" userId="784a7cf182c92a5a" providerId="LiveId" clId="{7E67D044-61AC-4FE2-8303-7B4163D608DC}" dt="2026-03-11T14:13:00.996" v="138" actId="14100"/>
        <pc:sldMkLst>
          <pc:docMk/>
          <pc:sldMk cId="1707585434" sldId="276"/>
        </pc:sldMkLst>
        <pc:spChg chg="mod">
          <ac:chgData name="Vaibhav Dnyaneshwar Abhange" userId="784a7cf182c92a5a" providerId="LiveId" clId="{7E67D044-61AC-4FE2-8303-7B4163D608DC}" dt="2026-03-11T14:12:34.483" v="135"/>
          <ac:spMkLst>
            <pc:docMk/>
            <pc:sldMk cId="1707585434" sldId="276"/>
            <ac:spMk id="2" creationId="{00149548-767E-3BAA-1438-EDCAC274769D}"/>
          </ac:spMkLst>
        </pc:spChg>
        <pc:spChg chg="del">
          <ac:chgData name="Vaibhav Dnyaneshwar Abhange" userId="784a7cf182c92a5a" providerId="LiveId" clId="{7E67D044-61AC-4FE2-8303-7B4163D608DC}" dt="2026-03-11T14:12:48.359" v="136"/>
          <ac:spMkLst>
            <pc:docMk/>
            <pc:sldMk cId="1707585434" sldId="276"/>
            <ac:spMk id="3" creationId="{12CA752D-B7C0-2A08-6D74-36300062F219}"/>
          </ac:spMkLst>
        </pc:spChg>
        <pc:graphicFrameChg chg="add mod modGraphic">
          <ac:chgData name="Vaibhav Dnyaneshwar Abhange" userId="784a7cf182c92a5a" providerId="LiveId" clId="{7E67D044-61AC-4FE2-8303-7B4163D608DC}" dt="2026-03-11T14:13:00.996" v="138" actId="14100"/>
          <ac:graphicFrameMkLst>
            <pc:docMk/>
            <pc:sldMk cId="1707585434" sldId="276"/>
            <ac:graphicFrameMk id="4" creationId="{FBE42085-9B76-939B-A59D-8AA56420216D}"/>
          </ac:graphicFrameMkLst>
        </pc:graphicFrameChg>
      </pc:sldChg>
      <pc:sldChg chg="modSp new">
        <pc:chgData name="Vaibhav Dnyaneshwar Abhange" userId="784a7cf182c92a5a" providerId="LiveId" clId="{7E67D044-61AC-4FE2-8303-7B4163D608DC}" dt="2026-03-11T14:13:54.128" v="141"/>
        <pc:sldMkLst>
          <pc:docMk/>
          <pc:sldMk cId="709135804" sldId="277"/>
        </pc:sldMkLst>
        <pc:spChg chg="mod">
          <ac:chgData name="Vaibhav Dnyaneshwar Abhange" userId="784a7cf182c92a5a" providerId="LiveId" clId="{7E67D044-61AC-4FE2-8303-7B4163D608DC}" dt="2026-03-11T14:13:42.019" v="140"/>
          <ac:spMkLst>
            <pc:docMk/>
            <pc:sldMk cId="709135804" sldId="277"/>
            <ac:spMk id="2" creationId="{ED1EFA8F-5D3E-C41B-482B-BF7EB18B868A}"/>
          </ac:spMkLst>
        </pc:spChg>
        <pc:spChg chg="mod">
          <ac:chgData name="Vaibhav Dnyaneshwar Abhange" userId="784a7cf182c92a5a" providerId="LiveId" clId="{7E67D044-61AC-4FE2-8303-7B4163D608DC}" dt="2026-03-11T14:13:54.128" v="141"/>
          <ac:spMkLst>
            <pc:docMk/>
            <pc:sldMk cId="709135804" sldId="277"/>
            <ac:spMk id="3" creationId="{208F7198-7F8A-BB8B-F31D-0EA017A510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36CA-ADA1-DAF9-90E7-CBE07C23B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3A64A-CEDD-C67D-21F0-16AB829A4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55636-D29D-4268-777E-4CE794AC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D86D-6BD6-CDCD-FA1E-58CC7EC7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C1B05-33F3-CBD7-AA89-433BA922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4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16E0-E7B3-C2F9-0EF4-3EAA34C3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C43D4-9A9B-475F-23CD-708F50A2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6A5C9-3D78-8A8C-DBCE-69C251E53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120CB-8BDA-39E9-A3F0-E10F80CC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25803-F307-69C3-1B13-9ED76870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8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8AB8-6FCB-1063-C434-7C921D2C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86D93-54BA-7F61-F416-162DEC18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1AC0B-4DAB-C687-EAEC-3871D595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9377E-5A88-8622-6416-EA67DFC4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290FC-6A78-BD60-BB3A-ABC22508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9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520E-6442-AE70-D8E9-67E130B3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FAE8E-DA4B-5C7B-620B-C960A60E9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6C587-B31B-271A-4393-626644CB2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19E4B-DB44-7C98-9D86-9B42C028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7B65C-4B24-FC8E-605D-26285369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D873D-3CB2-E9F9-F255-57515959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8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E4ED-CD54-E34F-584B-97AB1CB6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1EF87-1FFE-F031-FF87-8BF1F2D7D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EB41F-D5FD-2677-0CC9-889B53F68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FEFFA-65FB-DBD2-67D4-BA99C65DD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E2B13-FD59-417D-FF8A-57AE67C16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281ED-7A4B-B8EF-713C-79A285A9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8CF5C-03E2-81D4-DFB4-42FF6DFD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F28EA-6DE5-FB11-0E52-CFD5BB4D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2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1CCDF-E66B-1239-6302-0CF08F45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23308-A477-D9A1-AADF-26C75D82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4F34E-4284-F4BC-35AC-9206C9C6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3FC70-CB91-322F-74B6-A27504B5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095C9-BE3B-EE6A-F11A-A93BA434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B1B03-A3EE-64E7-5C60-5B25BF8A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EEE56-F552-47EB-DD45-F3456FDF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5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075B-0CCD-F9F2-31D1-31B73F49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350AE-A718-FEF9-999C-271FEB56B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8AFA8-5581-1C30-B44E-0E20F8F51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60BD9-9984-5163-9EB9-3CD17769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BDC81-398B-4194-D2EC-0BEBB81A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BA426-C878-33D4-CD1B-5FEA8CA7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8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EE8C5-EC0E-FA68-4C0B-5EED5718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B1E45-9102-848B-34ED-3CA259449D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2BEAC-A7B9-EFE7-10FD-F6DD1E106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55255-F4F8-0551-8CF9-6BC094549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A1667-FB4C-10AC-CDE6-4CD544B1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AB3A0-5371-D54D-C022-2AF6C52C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1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3FA8-5CA8-30E2-03E9-36A102E5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B0CF5-A985-D3C7-7566-E3C70E7DD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0D5C0-6506-58A5-F82A-D809AD65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90B0B-264D-D9E5-706F-A1440BF2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24BBA-8B7A-98DA-6F10-69F36BD5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76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CF08B0-2568-7A79-10E1-2D76F0626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D51CA-3FA7-6C70-12B5-2A13A5775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7D3A5-1BF0-A54C-9319-33CFD195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5300-4FD2-407B-C992-3BEF372D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95395-1FA3-6975-4E87-B2BBB380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6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5F26C-DFC1-C51D-BB02-898C59E4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642F5-0618-0990-22FD-2033A71D8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5E9FC-C28F-E659-9644-C27C22E64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C23D1-8A43-40D9-8132-190B386B4B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D6339-5EA1-394D-A7AC-31ECA6D0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DF006-F82E-4700-4906-1E907C0B6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CF579-0153-41D1-8798-A0817279A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0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663C-35FE-7A43-444E-F035BCA501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PLGIET Smart Campus Resource Optimization System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9AE398-3685-403F-AFC0-58813B06EA91}"/>
              </a:ext>
            </a:extLst>
          </p:cNvPr>
          <p:cNvSpPr txBox="1">
            <a:spLocks/>
          </p:cNvSpPr>
          <p:nvPr/>
        </p:nvSpPr>
        <p:spPr>
          <a:xfrm>
            <a:off x="1524000" y="116840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5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8818-78A0-9E73-2EC2-C531B32A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C7DCB-70EC-A031-CA0C-3ABCEB45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Java program that helps an engineering college manage </a:t>
            </a:r>
            <a:r>
              <a:rPr lang="en-US" b="1" dirty="0"/>
              <a:t>classrooms, faculty timetable, and detect schedule conflicts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803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7FB2-2841-B61D-BEAB-0ADCA0F9B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Step 1 – Start the Program (Basic Structure)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CE26F-BEC5-2506-E730-3407147C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 Topics Used</a:t>
            </a:r>
          </a:p>
          <a:p>
            <a:r>
              <a:rPr lang="en-US" dirty="0"/>
              <a:t>Variables &amp; Data Types</a:t>
            </a:r>
          </a:p>
          <a:p>
            <a:r>
              <a:rPr lang="en-US" dirty="0"/>
              <a:t>Methods / Functions</a:t>
            </a:r>
          </a:p>
          <a:p>
            <a:r>
              <a:rPr lang="en-US" dirty="0"/>
              <a:t>switch statement</a:t>
            </a:r>
          </a:p>
          <a:p>
            <a:r>
              <a:rPr lang="en-US" dirty="0"/>
              <a:t>Loops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2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9FDB-CC5B-21B2-2370-1DAF63EF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9613-9E42-1CDE-703F-CD0DB9820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b="1" dirty="0"/>
              <a:t>main menu</a:t>
            </a:r>
            <a:r>
              <a:rPr lang="en-US" dirty="0"/>
              <a:t> so the user can choose different options.</a:t>
            </a:r>
          </a:p>
          <a:p>
            <a:r>
              <a:rPr lang="en-US" dirty="0"/>
              <a:t>Example menu:</a:t>
            </a:r>
          </a:p>
          <a:p>
            <a:r>
              <a:rPr lang="en-US" dirty="0"/>
              <a:t>SMART CAMPUS SYSTEM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 Add Faculty</a:t>
            </a:r>
            <a:br>
              <a:rPr lang="en-US" dirty="0"/>
            </a:br>
            <a:r>
              <a:rPr lang="en-US" dirty="0"/>
              <a:t>2 Add Classroom</a:t>
            </a:r>
            <a:br>
              <a:rPr lang="en-US" dirty="0"/>
            </a:br>
            <a:r>
              <a:rPr lang="en-US" dirty="0"/>
              <a:t>3 Generate Timetable</a:t>
            </a:r>
            <a:br>
              <a:rPr lang="en-US" dirty="0"/>
            </a:br>
            <a:r>
              <a:rPr lang="en-US" dirty="0"/>
              <a:t>4 Detect Conflict</a:t>
            </a:r>
            <a:br>
              <a:rPr lang="en-US" dirty="0"/>
            </a:br>
            <a:r>
              <a:rPr lang="en-US" dirty="0"/>
              <a:t>5 Show Report</a:t>
            </a:r>
            <a:br>
              <a:rPr lang="en-US" dirty="0"/>
            </a:br>
            <a:r>
              <a:rPr lang="en-US" dirty="0"/>
              <a:t>6 Exit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5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4217-6892-4898-5C5D-5F2A81B0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49EF-4849-0B72-8B3F-6DA8F7341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program runs inside a </a:t>
            </a:r>
            <a:r>
              <a:rPr lang="en-US" b="1" dirty="0"/>
              <a:t>loop</a:t>
            </a:r>
            <a:r>
              <a:rPr lang="en-US" dirty="0"/>
              <a:t> until the user selects Exit.</a:t>
            </a:r>
          </a:p>
          <a:p>
            <a:r>
              <a:rPr lang="en-US" dirty="0"/>
              <a:t>Concept used:</a:t>
            </a:r>
          </a:p>
          <a:p>
            <a:r>
              <a:rPr lang="en-US" dirty="0"/>
              <a:t>int choice</a:t>
            </a:r>
          </a:p>
          <a:p>
            <a:r>
              <a:rPr lang="en-US" dirty="0"/>
              <a:t>switch(choice)</a:t>
            </a:r>
          </a:p>
          <a:p>
            <a:r>
              <a:rPr lang="en-US" dirty="0"/>
              <a:t>while loop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This controls the </a:t>
            </a:r>
            <a:r>
              <a:rPr lang="en-US" b="1" dirty="0"/>
              <a:t>entire project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80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2489-D364-5567-FBFB-AB70D681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Step 2 – Store Data (Campus Information)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6CA80-1743-4F56-F974-F6940846E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Java Topics Used</a:t>
            </a:r>
          </a:p>
          <a:p>
            <a:r>
              <a:rPr lang="en-US" sz="1800" dirty="0"/>
              <a:t>Arrays</a:t>
            </a:r>
          </a:p>
          <a:p>
            <a:r>
              <a:rPr lang="en-US" sz="1800" dirty="0"/>
              <a:t>Strings</a:t>
            </a:r>
          </a:p>
          <a:p>
            <a:r>
              <a:rPr lang="en-US" sz="1800" dirty="0"/>
              <a:t>Loops</a:t>
            </a:r>
          </a:p>
          <a:p>
            <a:r>
              <a:rPr lang="en-US" sz="1800" b="1" dirty="0"/>
              <a:t>What You Do</a:t>
            </a:r>
          </a:p>
          <a:p>
            <a:r>
              <a:rPr lang="en-US" sz="1800" dirty="0"/>
              <a:t>Store information like:</a:t>
            </a:r>
          </a:p>
          <a:p>
            <a:r>
              <a:rPr lang="en-US" sz="1800" dirty="0"/>
              <a:t>Faculty names</a:t>
            </a:r>
          </a:p>
          <a:p>
            <a:r>
              <a:rPr lang="en-US" sz="1800" dirty="0"/>
              <a:t>Classroom names</a:t>
            </a:r>
          </a:p>
          <a:p>
            <a:r>
              <a:rPr lang="en-US" sz="1800" dirty="0"/>
              <a:t>Subjects</a:t>
            </a:r>
          </a:p>
          <a:p>
            <a:r>
              <a:rPr lang="en-US" sz="1800" dirty="0"/>
              <a:t>Student strength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821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05DA-83E0-F6F8-BD78-F961F06E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19F54-C5F7-50AD-A125-A329C05F0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String[] faculty = new String[20];</a:t>
            </a:r>
            <a:br>
              <a:rPr lang="en-US" dirty="0"/>
            </a:br>
            <a:r>
              <a:rPr lang="en-US" dirty="0"/>
              <a:t>String[] subjects = new String[20];</a:t>
            </a:r>
            <a:br>
              <a:rPr lang="en-US" dirty="0"/>
            </a:br>
            <a:r>
              <a:rPr lang="en-US" dirty="0"/>
              <a:t>String[] classrooms = new String[20];</a:t>
            </a:r>
          </a:p>
          <a:p>
            <a:r>
              <a:rPr lang="en-US" dirty="0"/>
              <a:t>Example data:</a:t>
            </a:r>
          </a:p>
          <a:p>
            <a:r>
              <a:rPr lang="en-US" dirty="0"/>
              <a:t>faculty[0] = "Dr Patil"</a:t>
            </a:r>
            <a:br>
              <a:rPr lang="en-US" dirty="0"/>
            </a:br>
            <a:r>
              <a:rPr lang="en-US" dirty="0"/>
              <a:t>faculty[1] = "Dr Sharma"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subject[0] = "Mathematics"</a:t>
            </a:r>
            <a:br>
              <a:rPr lang="en-US" dirty="0"/>
            </a:br>
            <a:r>
              <a:rPr lang="en-US" dirty="0"/>
              <a:t>subject[1] = "Physics"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Store </a:t>
            </a:r>
            <a:r>
              <a:rPr lang="en-US" b="1" dirty="0"/>
              <a:t>college data inside arrays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1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A89D-9438-2369-4779-C4AA8EA9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3 – Create Timetable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798AD-6909-DCBC-51B6-FED4C65D0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 Topics Used</a:t>
            </a:r>
          </a:p>
          <a:p>
            <a:r>
              <a:rPr lang="en-US" b="1" dirty="0"/>
              <a:t>2D Arrays</a:t>
            </a:r>
            <a:endParaRPr lang="en-US" dirty="0"/>
          </a:p>
          <a:p>
            <a:r>
              <a:rPr lang="en-US" dirty="0"/>
              <a:t>Loops</a:t>
            </a:r>
          </a:p>
          <a:p>
            <a:r>
              <a:rPr lang="en-US" dirty="0"/>
              <a:t>Strings</a:t>
            </a:r>
          </a:p>
          <a:p>
            <a:r>
              <a:rPr lang="en-US" dirty="0"/>
              <a:t>A timetable needs </a:t>
            </a:r>
            <a:r>
              <a:rPr lang="en-US" b="1" dirty="0"/>
              <a:t>rows and columns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Days → rows</a:t>
            </a:r>
            <a:br>
              <a:rPr lang="en-US" dirty="0"/>
            </a:br>
            <a:r>
              <a:rPr lang="en-US" dirty="0"/>
              <a:t>Lectures → columns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664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134E7-80B6-9A33-D8B2-55BE5F3F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281960"/>
            <a:ext cx="10515600" cy="6285987"/>
          </a:xfrm>
        </p:spPr>
        <p:txBody>
          <a:bodyPr>
            <a:normAutofit/>
          </a:bodyPr>
          <a:lstStyle/>
          <a:p>
            <a:r>
              <a:rPr lang="en-US" dirty="0"/>
              <a:t>Example code:</a:t>
            </a:r>
          </a:p>
          <a:p>
            <a:r>
              <a:rPr lang="en-US" dirty="0"/>
              <a:t>String[][] timetable = new String[5][6];</a:t>
            </a:r>
          </a:p>
          <a:p>
            <a:r>
              <a:rPr lang="en-US" dirty="0"/>
              <a:t>Meaning:</a:t>
            </a:r>
          </a:p>
          <a:p>
            <a:r>
              <a:rPr lang="en-US" dirty="0"/>
              <a:t>5 days in week</a:t>
            </a:r>
            <a:br>
              <a:rPr lang="en-US" dirty="0"/>
            </a:br>
            <a:r>
              <a:rPr lang="en-US" dirty="0"/>
              <a:t>6 lectures per day</a:t>
            </a:r>
          </a:p>
          <a:p>
            <a:r>
              <a:rPr lang="en-US" dirty="0"/>
              <a:t>Example timetable:</a:t>
            </a:r>
          </a:p>
          <a:p>
            <a:r>
              <a:rPr lang="en-US" dirty="0"/>
              <a:t>Monday    Physics   </a:t>
            </a:r>
            <a:r>
              <a:rPr lang="en-US" dirty="0" err="1"/>
              <a:t>Maths</a:t>
            </a:r>
            <a:r>
              <a:rPr lang="en-US" dirty="0"/>
              <a:t>   Chemistry</a:t>
            </a:r>
            <a:br>
              <a:rPr lang="en-US" dirty="0"/>
            </a:br>
            <a:r>
              <a:rPr lang="en-US" dirty="0"/>
              <a:t>Tuesday   Mechanics Java    Workshop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Represent the </a:t>
            </a:r>
            <a:r>
              <a:rPr lang="en-US" b="1" dirty="0"/>
              <a:t>weekly class schedule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99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CE03-01D5-FDC4-3D7A-8D780140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Step 4 – Detect Faculty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32C18-FDC5-2F90-E506-E86066528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 Topics Used</a:t>
            </a:r>
          </a:p>
          <a:p>
            <a:r>
              <a:rPr lang="en-US" dirty="0"/>
              <a:t>if-else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Strings</a:t>
            </a:r>
          </a:p>
          <a:p>
            <a:r>
              <a:rPr lang="en-US" dirty="0"/>
              <a:t>A conflict happens when </a:t>
            </a:r>
            <a:r>
              <a:rPr lang="en-US" b="1" dirty="0"/>
              <a:t>one teacher is assigned to two classes at the same time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34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8EF80-79F1-044C-EC65-A7DA15A4B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2619"/>
            <a:ext cx="10515600" cy="5744344"/>
          </a:xfrm>
        </p:spPr>
        <p:txBody>
          <a:bodyPr/>
          <a:lstStyle/>
          <a:p>
            <a:r>
              <a:rPr lang="en-US" dirty="0"/>
              <a:t>Example logic:</a:t>
            </a:r>
          </a:p>
          <a:p>
            <a:r>
              <a:rPr lang="en-US" dirty="0"/>
              <a:t>If same faculty appears twice in same time slot</a:t>
            </a:r>
            <a:br>
              <a:rPr lang="en-US" dirty="0"/>
            </a:br>
            <a:r>
              <a:rPr lang="en-US" dirty="0"/>
              <a:t>→ conflict detected</a:t>
            </a:r>
          </a:p>
          <a:p>
            <a:r>
              <a:rPr lang="en-US" dirty="0"/>
              <a:t>Example code:</a:t>
            </a:r>
          </a:p>
          <a:p>
            <a:r>
              <a:rPr lang="en-US" dirty="0"/>
              <a:t>if(timetable[</a:t>
            </a:r>
            <a:r>
              <a:rPr lang="en-US" dirty="0" err="1"/>
              <a:t>i</a:t>
            </a:r>
            <a:r>
              <a:rPr lang="en-US" dirty="0"/>
              <a:t>][j].equals(timetable[</a:t>
            </a:r>
            <a:r>
              <a:rPr lang="en-US" dirty="0" err="1"/>
              <a:t>i</a:t>
            </a:r>
            <a:r>
              <a:rPr lang="en-US" dirty="0"/>
              <a:t>][j+1]))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("Conflict detected");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Prevent </a:t>
            </a:r>
            <a:r>
              <a:rPr lang="en-US" b="1" dirty="0"/>
              <a:t>timetable mistakes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93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093B-5CF3-807A-597C-B1AB440E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Step 5 – Optimize Classroom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C938-56C6-8077-4DBB-ACBDFBA1D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 Topics Used</a:t>
            </a:r>
          </a:p>
          <a:p>
            <a:r>
              <a:rPr lang="en-US" dirty="0"/>
              <a:t>Sorting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Time Complexity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Class strength = 80 students</a:t>
            </a:r>
            <a:br>
              <a:rPr lang="en-US" dirty="0"/>
            </a:br>
            <a:r>
              <a:rPr lang="en-US" dirty="0"/>
              <a:t>Room capacity = 60 students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83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02C2-E2B6-6D35-F91B-123D22207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233652"/>
          </a:xfrm>
        </p:spPr>
        <p:txBody>
          <a:bodyPr>
            <a:normAutofit/>
          </a:bodyPr>
          <a:lstStyle/>
          <a:p>
            <a:r>
              <a:rPr lang="en-US" dirty="0"/>
              <a:t>System should find </a:t>
            </a:r>
            <a:r>
              <a:rPr lang="en-US" b="1" dirty="0"/>
              <a:t>better classroom</a:t>
            </a:r>
            <a:r>
              <a:rPr lang="en-US" dirty="0"/>
              <a:t>.</a:t>
            </a:r>
          </a:p>
          <a:p>
            <a:r>
              <a:rPr lang="en-US" dirty="0"/>
              <a:t>Sorting example:</a:t>
            </a:r>
          </a:p>
          <a:p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for(int j=i+1;j&lt;</a:t>
            </a:r>
            <a:r>
              <a:rPr lang="en-US" dirty="0" err="1"/>
              <a:t>n;j</a:t>
            </a:r>
            <a:r>
              <a:rPr lang="en-US" dirty="0"/>
              <a:t>++)</a:t>
            </a:r>
            <a:br>
              <a:rPr lang="en-US" dirty="0"/>
            </a:br>
            <a:r>
              <a:rPr lang="en-US" dirty="0"/>
              <a:t>   {</a:t>
            </a:r>
            <a:br>
              <a:rPr lang="en-US" dirty="0"/>
            </a:br>
            <a:r>
              <a:rPr lang="en-US" dirty="0"/>
              <a:t>      if(capacity[</a:t>
            </a:r>
            <a:r>
              <a:rPr lang="en-US" dirty="0" err="1"/>
              <a:t>i</a:t>
            </a:r>
            <a:r>
              <a:rPr lang="en-US" dirty="0"/>
              <a:t>] &gt; capacity[j])</a:t>
            </a:r>
            <a:br>
              <a:rPr lang="en-US" dirty="0"/>
            </a:br>
            <a:r>
              <a:rPr lang="en-US" dirty="0"/>
              <a:t>      {</a:t>
            </a:r>
            <a:br>
              <a:rPr lang="en-US" dirty="0"/>
            </a:br>
            <a:r>
              <a:rPr lang="en-US" dirty="0"/>
              <a:t>         swap values</a:t>
            </a:r>
            <a:br>
              <a:rPr lang="en-US" dirty="0"/>
            </a:br>
            <a:r>
              <a:rPr lang="en-US" dirty="0"/>
              <a:t>     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Assign </a:t>
            </a:r>
            <a:r>
              <a:rPr lang="en-US" b="1" dirty="0"/>
              <a:t>correct classroom based on capacity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710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BA51-7FFD-6B00-BF85-8069501C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Step 6 – Use Object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FE0B3-FF70-1237-663E-C8C5B0C24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Java Topics Used</a:t>
            </a:r>
          </a:p>
          <a:p>
            <a:r>
              <a:rPr lang="en-US" dirty="0"/>
              <a:t>Classes</a:t>
            </a:r>
          </a:p>
          <a:p>
            <a:r>
              <a:rPr lang="en-US" dirty="0"/>
              <a:t>Objects</a:t>
            </a:r>
          </a:p>
          <a:p>
            <a:r>
              <a:rPr lang="en-US" dirty="0"/>
              <a:t>Methods</a:t>
            </a:r>
          </a:p>
          <a:p>
            <a:r>
              <a:rPr lang="en-US" dirty="0"/>
              <a:t>Create classes for real-world objects.</a:t>
            </a:r>
          </a:p>
          <a:p>
            <a:r>
              <a:rPr lang="en-US" dirty="0"/>
              <a:t>Example classes:</a:t>
            </a:r>
          </a:p>
          <a:p>
            <a:r>
              <a:rPr lang="en-US" dirty="0"/>
              <a:t>Faculty</a:t>
            </a:r>
            <a:br>
              <a:rPr lang="en-US" dirty="0"/>
            </a:br>
            <a:r>
              <a:rPr lang="en-US" dirty="0"/>
              <a:t>Classroom</a:t>
            </a:r>
            <a:br>
              <a:rPr lang="en-US" dirty="0"/>
            </a:br>
            <a:r>
              <a:rPr lang="en-US" dirty="0"/>
              <a:t>Subject</a:t>
            </a:r>
            <a:br>
              <a:rPr lang="en-US" dirty="0"/>
            </a:br>
            <a:r>
              <a:rPr lang="en-US" dirty="0"/>
              <a:t>Timetable</a:t>
            </a:r>
            <a:br>
              <a:rPr lang="en-US" dirty="0"/>
            </a:br>
            <a:r>
              <a:rPr lang="en-US" dirty="0"/>
              <a:t>Optimizer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95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E4233-EF21-56A4-08CB-AEE55BF0B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3" y="281960"/>
            <a:ext cx="10515600" cy="6207329"/>
          </a:xfrm>
        </p:spPr>
        <p:txBody>
          <a:bodyPr>
            <a:normAutofit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class Faculty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String name;</a:t>
            </a:r>
            <a:br>
              <a:rPr lang="en-US" dirty="0"/>
            </a:br>
            <a:r>
              <a:rPr lang="en-US" dirty="0"/>
              <a:t>    String subject;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void display()</a:t>
            </a:r>
            <a:br>
              <a:rPr lang="en-US" dirty="0"/>
            </a:br>
            <a:r>
              <a:rPr lang="en-US" dirty="0"/>
              <a:t>   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Organize the program in a </a:t>
            </a:r>
            <a:r>
              <a:rPr lang="en-US" b="1" dirty="0"/>
              <a:t>clean and structured way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887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5005-9D9C-A6FE-154C-D670A31B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Step 7 – Generate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54DD-DEA6-92EA-BEC1-D70D7B9FA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Java Topics Used</a:t>
            </a:r>
          </a:p>
          <a:p>
            <a:r>
              <a:rPr lang="en-US" dirty="0"/>
              <a:t>StringBuilder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Patterns</a:t>
            </a:r>
          </a:p>
          <a:p>
            <a:r>
              <a:rPr lang="en-US" dirty="0"/>
              <a:t>Example report:</a:t>
            </a:r>
          </a:p>
          <a:p>
            <a:r>
              <a:rPr lang="en-US" dirty="0"/>
              <a:t>======== CAMPUS REPORT ========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 Faculty : 25</a:t>
            </a:r>
            <a:br>
              <a:rPr lang="en-US" dirty="0"/>
            </a:br>
            <a:r>
              <a:rPr lang="en-US" dirty="0"/>
              <a:t>Total Classrooms : 10</a:t>
            </a:r>
            <a:br>
              <a:rPr lang="en-US" dirty="0"/>
            </a:br>
            <a:r>
              <a:rPr lang="en-US" dirty="0"/>
              <a:t>Conflicts Found :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595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0CA2D-932F-BD69-48D0-98A58179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122"/>
            <a:ext cx="10515600" cy="6256491"/>
          </a:xfrm>
        </p:spPr>
        <p:txBody>
          <a:bodyPr/>
          <a:lstStyle/>
          <a:p>
            <a:r>
              <a:rPr lang="en-US" dirty="0"/>
              <a:t>Using StringBuilder:</a:t>
            </a:r>
          </a:p>
          <a:p>
            <a:r>
              <a:rPr lang="en-US" dirty="0"/>
              <a:t>StringBuilder report = new StringBuilder();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report.append</a:t>
            </a:r>
            <a:r>
              <a:rPr lang="en-US" dirty="0"/>
              <a:t>("Campus Report\n");</a:t>
            </a:r>
            <a:br>
              <a:rPr lang="en-US" dirty="0"/>
            </a:br>
            <a:r>
              <a:rPr lang="en-US" dirty="0" err="1"/>
              <a:t>report.append</a:t>
            </a:r>
            <a:r>
              <a:rPr lang="en-US" dirty="0"/>
              <a:t>("Conflicts : 2\n");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Show </a:t>
            </a:r>
            <a:r>
              <a:rPr lang="en-US" b="1" dirty="0"/>
              <a:t>analysis of campus resources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793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A08E-459C-ED70-BDB7-3D8917175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Step 8 – Bit Manipulation for Room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033F-6BEA-856D-A7EE-FE711E7C8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522092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Java Topics Used</a:t>
            </a:r>
          </a:p>
          <a:p>
            <a:r>
              <a:rPr lang="en-US" dirty="0"/>
              <a:t>Bit Manipulation</a:t>
            </a:r>
          </a:p>
          <a:p>
            <a:r>
              <a:rPr lang="en-US" dirty="0"/>
              <a:t>Example idea:</a:t>
            </a:r>
          </a:p>
          <a:p>
            <a:r>
              <a:rPr lang="en-US" dirty="0"/>
              <a:t>1 = room occupied</a:t>
            </a:r>
            <a:br>
              <a:rPr lang="en-US" dirty="0"/>
            </a:br>
            <a:r>
              <a:rPr lang="en-US" dirty="0"/>
              <a:t>0 = room free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10101</a:t>
            </a:r>
          </a:p>
          <a:p>
            <a:r>
              <a:rPr lang="en-US" dirty="0"/>
              <a:t>Meaning:</a:t>
            </a:r>
          </a:p>
          <a:p>
            <a:r>
              <a:rPr lang="en-US" dirty="0"/>
              <a:t>Lecture 1 occupied</a:t>
            </a:r>
            <a:br>
              <a:rPr lang="en-US" dirty="0"/>
            </a:br>
            <a:r>
              <a:rPr lang="en-US" dirty="0"/>
              <a:t>Lecture 2 free</a:t>
            </a:r>
            <a:br>
              <a:rPr lang="en-US" dirty="0"/>
            </a:br>
            <a:r>
              <a:rPr lang="en-US" dirty="0"/>
              <a:t>Lecture 3 occupied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Efficiently track </a:t>
            </a:r>
            <a:r>
              <a:rPr lang="en-US" b="1" dirty="0"/>
              <a:t>room availability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43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62F1-90BB-005F-F222-B1406D06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Step 9 – Recursion for Timetable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3725-CAB9-1418-B783-C961552A1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657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Java Topics Used</a:t>
            </a:r>
          </a:p>
          <a:p>
            <a:r>
              <a:rPr lang="en-US" dirty="0"/>
              <a:t>Recursion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void generate(int day)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if(day == 5)</a:t>
            </a:r>
            <a:br>
              <a:rPr lang="en-US" dirty="0"/>
            </a:br>
            <a:r>
              <a:rPr lang="en-US" dirty="0"/>
              <a:t>        return;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assignClasses</a:t>
            </a:r>
            <a:r>
              <a:rPr lang="en-US" dirty="0"/>
              <a:t>(day);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generate(day + 1);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Automatically generate </a:t>
            </a:r>
            <a:r>
              <a:rPr lang="en-US" b="1" dirty="0"/>
              <a:t>weekly schedule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464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5326-5E92-ED98-5D5F-AB657440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Final Project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B36C0-AD22-7BB6-09BF-DFD938F6C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program works like this:</a:t>
            </a:r>
          </a:p>
          <a:p>
            <a:r>
              <a:rPr lang="en-US" dirty="0"/>
              <a:t>Start Program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User selects option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Store campus data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Generate timetable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Detect conflicts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Optimize classrooms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Show reports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Exit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25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9548-767E-3BAA-1438-EDCAC274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Each Java Topic Is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E42085-9B76-939B-A59D-8AA5642021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964400"/>
              </p:ext>
            </p:extLst>
          </p:nvPr>
        </p:nvGraphicFramePr>
        <p:xfrm>
          <a:off x="285134" y="1406014"/>
          <a:ext cx="11602066" cy="5220930"/>
        </p:xfrm>
        <a:graphic>
          <a:graphicData uri="http://schemas.openxmlformats.org/drawingml/2006/table">
            <a:tbl>
              <a:tblPr/>
              <a:tblGrid>
                <a:gridCol w="5801033">
                  <a:extLst>
                    <a:ext uri="{9D8B030D-6E8A-4147-A177-3AD203B41FA5}">
                      <a16:colId xmlns:a16="http://schemas.microsoft.com/office/drawing/2014/main" val="2837405631"/>
                    </a:ext>
                  </a:extLst>
                </a:gridCol>
                <a:gridCol w="5801033">
                  <a:extLst>
                    <a:ext uri="{9D8B030D-6E8A-4147-A177-3AD203B41FA5}">
                      <a16:colId xmlns:a16="http://schemas.microsoft.com/office/drawing/2014/main" val="2824983499"/>
                    </a:ext>
                  </a:extLst>
                </a:gridCol>
              </a:tblGrid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Java Topic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Where Used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164270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Variables &amp; Data Types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Store faculty, rooms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75576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if-else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Detect timetable conflicts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500677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switch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Menu selection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345586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Loops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Searching and printing data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700796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Methods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Separate program functions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734888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Arrays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Store campus data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10556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2D Arrays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Timetable structure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23870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Strings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Names of faculty and subjects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253905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StringBuilder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Create reports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454365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Bit Manipulation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Room availability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116006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Recursion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Timetable generation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344669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OOP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Faculty, Classroom classes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633191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Sorting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Classroom allocation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719209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Time Complexity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Algorithm explanation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319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585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FA8F-5D3E-C41B-482B-BF7EB18B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in this order: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7198-7F8A-BB8B-F31D-0EA017A51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Menu system</a:t>
            </a:r>
          </a:p>
          <a:p>
            <a:r>
              <a:rPr lang="en-US" dirty="0"/>
              <a:t>2 Arrays for data</a:t>
            </a:r>
          </a:p>
          <a:p>
            <a:r>
              <a:rPr lang="en-US" dirty="0"/>
              <a:t>3 Timetable using 2D array</a:t>
            </a:r>
          </a:p>
          <a:p>
            <a:r>
              <a:rPr lang="en-US" dirty="0"/>
              <a:t>4 Conflict detection</a:t>
            </a:r>
          </a:p>
          <a:p>
            <a:r>
              <a:rPr lang="en-US" dirty="0"/>
              <a:t>5 Sorting classrooms</a:t>
            </a:r>
          </a:p>
          <a:p>
            <a:r>
              <a:rPr lang="en-US" dirty="0"/>
              <a:t>6 OOP classes</a:t>
            </a:r>
          </a:p>
          <a:p>
            <a:r>
              <a:rPr lang="en-US" dirty="0"/>
              <a:t>7 Reports</a:t>
            </a:r>
          </a:p>
          <a:p>
            <a:r>
              <a:rPr lang="en-US" dirty="0"/>
              <a:t>8 Optimization</a:t>
            </a:r>
          </a:p>
        </p:txBody>
      </p:sp>
    </p:spTree>
    <p:extLst>
      <p:ext uri="{BB962C8B-B14F-4D97-AF65-F5344CB8AC3E}">
        <p14:creationId xmlns:p14="http://schemas.microsoft.com/office/powerpoint/2010/main" val="709135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949</Words>
  <Application>Microsoft Office PowerPoint</Application>
  <PresentationFormat>Widescreen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PLGIET Smart Campus Resource Optimization System</vt:lpstr>
      <vt:lpstr>What is this ?</vt:lpstr>
      <vt:lpstr>1. Step 1 – Start the Program (Basic Structure)</vt:lpstr>
      <vt:lpstr>What You Do</vt:lpstr>
      <vt:lpstr>PowerPoint Presentation</vt:lpstr>
      <vt:lpstr>2. Step 2 – Store Data (Campus Information)</vt:lpstr>
      <vt:lpstr>PowerPoint Presentation</vt:lpstr>
      <vt:lpstr>3. Step 3 – Create Timetable System</vt:lpstr>
      <vt:lpstr>PowerPoint Presentation</vt:lpstr>
      <vt:lpstr>4. Step 4 – Detect Faculty Conflict</vt:lpstr>
      <vt:lpstr>PowerPoint Presentation</vt:lpstr>
      <vt:lpstr>5. Step 5 – Optimize Classroom Allocation</vt:lpstr>
      <vt:lpstr>PowerPoint Presentation</vt:lpstr>
      <vt:lpstr>6. Step 6 – Use Object Oriented Programming</vt:lpstr>
      <vt:lpstr>PowerPoint Presentation</vt:lpstr>
      <vt:lpstr>7. Step 7 – Generate Reports</vt:lpstr>
      <vt:lpstr>PowerPoint Presentation</vt:lpstr>
      <vt:lpstr>8. Step 8 – Bit Manipulation for Room Availability</vt:lpstr>
      <vt:lpstr>9. Step 9 – Recursion for Timetable Generation</vt:lpstr>
      <vt:lpstr>10. Final Project Flow</vt:lpstr>
      <vt:lpstr>How Each Java Topic Is Used</vt:lpstr>
      <vt:lpstr>project in this order: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Dnyaneshwar Abhange</dc:creator>
  <cp:lastModifiedBy>Vaibhav Dnyaneshwar Abhange</cp:lastModifiedBy>
  <cp:revision>1</cp:revision>
  <dcterms:created xsi:type="dcterms:W3CDTF">2026-03-11T13:03:20Z</dcterms:created>
  <dcterms:modified xsi:type="dcterms:W3CDTF">2026-03-11T14:14:11Z</dcterms:modified>
</cp:coreProperties>
</file>