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6A6F67-71FA-4817-B9DC-86F6A7AE9D32}" v="35" dt="2026-03-20T06:17:11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Dnyaneshwar Abhange" userId="784a7cf182c92a5a" providerId="LiveId" clId="{7E67D044-61AC-4FE2-8303-7B4163D608DC}"/>
    <pc:docChg chg="custSel addSld delSld modSld sldOrd modMainMaster">
      <pc:chgData name="Vaibhav Dnyaneshwar Abhange" userId="784a7cf182c92a5a" providerId="LiveId" clId="{7E67D044-61AC-4FE2-8303-7B4163D608DC}" dt="2026-03-20T15:59:16.921" v="79"/>
      <pc:docMkLst>
        <pc:docMk/>
      </pc:docMkLst>
      <pc:sldChg chg="addSp delSp modSp add del mod chgLayout">
        <pc:chgData name="Vaibhav Dnyaneshwar Abhange" userId="784a7cf182c92a5a" providerId="LiveId" clId="{7E67D044-61AC-4FE2-8303-7B4163D608DC}" dt="2026-03-20T06:14:16.859" v="70" actId="14100"/>
        <pc:sldMkLst>
          <pc:docMk/>
          <pc:sldMk cId="0" sldId="256"/>
        </pc:sldMkLst>
        <pc:spChg chg="add del mod">
          <ac:chgData name="Vaibhav Dnyaneshwar Abhange" userId="784a7cf182c92a5a" providerId="LiveId" clId="{7E67D044-61AC-4FE2-8303-7B4163D608DC}" dt="2026-03-20T06:09:11.885" v="47" actId="6264"/>
          <ac:spMkLst>
            <pc:docMk/>
            <pc:sldMk cId="0" sldId="256"/>
            <ac:spMk id="2" creationId="{8251B41E-1DDE-FC4B-0DF0-9B0D6FCFD1EC}"/>
          </ac:spMkLst>
        </pc:spChg>
        <pc:spChg chg="add del mod ord">
          <ac:chgData name="Vaibhav Dnyaneshwar Abhange" userId="784a7cf182c92a5a" providerId="LiveId" clId="{7E67D044-61AC-4FE2-8303-7B4163D608DC}" dt="2026-03-20T06:09:15.995" v="48" actId="6264"/>
          <ac:spMkLst>
            <pc:docMk/>
            <pc:sldMk cId="0" sldId="256"/>
            <ac:spMk id="3" creationId="{2573E4D5-D88A-F487-C823-6A3DAC8EB352}"/>
          </ac:spMkLst>
        </pc:spChg>
        <pc:spChg chg="add del mod">
          <ac:chgData name="Vaibhav Dnyaneshwar Abhange" userId="784a7cf182c92a5a" providerId="LiveId" clId="{7E67D044-61AC-4FE2-8303-7B4163D608DC}" dt="2026-03-20T06:09:15.995" v="48" actId="6264"/>
          <ac:spMkLst>
            <pc:docMk/>
            <pc:sldMk cId="0" sldId="256"/>
            <ac:spMk id="4" creationId="{7A63604D-4CA1-2755-D5D0-6B8D9E9054CA}"/>
          </ac:spMkLst>
        </pc:spChg>
        <pc:spChg chg="add del mod ord">
          <ac:chgData name="Vaibhav Dnyaneshwar Abhange" userId="784a7cf182c92a5a" providerId="LiveId" clId="{7E67D044-61AC-4FE2-8303-7B4163D608DC}" dt="2026-03-20T06:14:04.328" v="69" actId="478"/>
          <ac:spMkLst>
            <pc:docMk/>
            <pc:sldMk cId="0" sldId="256"/>
            <ac:spMk id="5" creationId="{422483D0-1A01-B487-B0BA-D196CA72D084}"/>
          </ac:spMkLst>
        </pc:spChg>
        <pc:spChg chg="mod ord">
          <ac:chgData name="Vaibhav Dnyaneshwar Abhange" userId="784a7cf182c92a5a" providerId="LiveId" clId="{7E67D044-61AC-4FE2-8303-7B4163D608DC}" dt="2026-03-20T06:13:28.777" v="67" actId="14100"/>
          <ac:spMkLst>
            <pc:docMk/>
            <pc:sldMk cId="0" sldId="256"/>
            <ac:spMk id="13314" creationId="{48C4A91A-379B-222A-868A-96D23759E372}"/>
          </ac:spMkLst>
        </pc:spChg>
        <pc:graphicFrameChg chg="mod">
          <ac:chgData name="Vaibhav Dnyaneshwar Abhange" userId="784a7cf182c92a5a" providerId="LiveId" clId="{7E67D044-61AC-4FE2-8303-7B4163D608DC}" dt="2026-03-20T06:14:16.859" v="70" actId="14100"/>
          <ac:graphicFrameMkLst>
            <pc:docMk/>
            <pc:sldMk cId="0" sldId="256"/>
            <ac:graphicFrameMk id="6" creationId="{624A186C-8A7F-1A59-3383-A1F98D3E62C1}"/>
          </ac:graphicFrameMkLst>
        </pc:graphicFrameChg>
        <pc:picChg chg="mod">
          <ac:chgData name="Vaibhav Dnyaneshwar Abhange" userId="784a7cf182c92a5a" providerId="LiveId" clId="{7E67D044-61AC-4FE2-8303-7B4163D608DC}" dt="2026-03-20T06:02:06.288" v="34" actId="14100"/>
          <ac:picMkLst>
            <pc:docMk/>
            <pc:sldMk cId="0" sldId="256"/>
            <ac:picMk id="13316" creationId="{A5A07FFF-D3AA-B72F-5ADC-49645A80D6B1}"/>
          </ac:picMkLst>
        </pc:picChg>
      </pc:sldChg>
      <pc:sldChg chg="new del">
        <pc:chgData name="Vaibhav Dnyaneshwar Abhange" userId="784a7cf182c92a5a" providerId="LiveId" clId="{7E67D044-61AC-4FE2-8303-7B4163D608DC}" dt="2026-03-20T05:54:05.205" v="2" actId="47"/>
        <pc:sldMkLst>
          <pc:docMk/>
          <pc:sldMk cId="5005280" sldId="256"/>
        </pc:sldMkLst>
      </pc:sldChg>
      <pc:sldChg chg="modSp add ord">
        <pc:chgData name="Vaibhav Dnyaneshwar Abhange" userId="784a7cf182c92a5a" providerId="LiveId" clId="{7E67D044-61AC-4FE2-8303-7B4163D608DC}" dt="2026-03-20T15:59:16.921" v="79"/>
        <pc:sldMkLst>
          <pc:docMk/>
          <pc:sldMk cId="0" sldId="257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57"/>
            <ac:spMk id="14338" creationId="{637DC5EE-BD40-D94F-CDFE-E3BF2AD123E7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57"/>
            <ac:spMk id="14339" creationId="{52D1CF2F-DFEA-DA29-DAE8-CE79D18DAF72}"/>
          </ac:spMkLst>
        </pc:spChg>
      </pc:sldChg>
      <pc:sldChg chg="new del">
        <pc:chgData name="Vaibhav Dnyaneshwar Abhange" userId="784a7cf182c92a5a" providerId="LiveId" clId="{7E67D044-61AC-4FE2-8303-7B4163D608DC}" dt="2026-03-20T05:54:58.236" v="8" actId="47"/>
        <pc:sldMkLst>
          <pc:docMk/>
          <pc:sldMk cId="429048923" sldId="257"/>
        </pc:sldMkLst>
      </pc:sldChg>
      <pc:sldChg chg="new del">
        <pc:chgData name="Vaibhav Dnyaneshwar Abhange" userId="784a7cf182c92a5a" providerId="LiveId" clId="{7E67D044-61AC-4FE2-8303-7B4163D608DC}" dt="2026-03-20T05:55:08.894" v="10" actId="47"/>
        <pc:sldMkLst>
          <pc:docMk/>
          <pc:sldMk cId="3385607620" sldId="257"/>
        </pc:sldMkLst>
      </pc:sldChg>
      <pc:sldChg chg="modSp add del">
        <pc:chgData name="Vaibhav Dnyaneshwar Abhange" userId="784a7cf182c92a5a" providerId="LiveId" clId="{7E67D044-61AC-4FE2-8303-7B4163D608DC}" dt="2026-03-20T06:15:39.206" v="71"/>
        <pc:sldMkLst>
          <pc:docMk/>
          <pc:sldMk cId="0" sldId="258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58"/>
            <ac:spMk id="15362" creationId="{13E00F59-9AAB-7CA3-7F50-7802BBDE0477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58"/>
            <ac:spMk id="15363" creationId="{69035269-4312-2E31-6900-DB7381CFC72F}"/>
          </ac:spMkLst>
        </pc:spChg>
      </pc:sldChg>
      <pc:sldChg chg="modSp add ord">
        <pc:chgData name="Vaibhav Dnyaneshwar Abhange" userId="784a7cf182c92a5a" providerId="LiveId" clId="{7E67D044-61AC-4FE2-8303-7B4163D608DC}" dt="2026-03-20T15:58:21.295" v="77"/>
        <pc:sldMkLst>
          <pc:docMk/>
          <pc:sldMk cId="0" sldId="259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59"/>
            <ac:spMk id="16386" creationId="{C5B254FC-513D-AC51-7052-96D5447D7740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59"/>
            <ac:spMk id="16387" creationId="{B89F7E64-921C-4EB0-3347-C4D63F13FF84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0" sldId="260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60"/>
            <ac:spMk id="17410" creationId="{541AB91E-855C-D5B5-9A04-24BD61BF9963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60"/>
            <ac:spMk id="17411" creationId="{BC80981C-B5A1-0429-623D-693DC2A591CF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0" sldId="261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61"/>
            <ac:spMk id="18434" creationId="{963B2B24-E913-1DA9-6A31-AABFBAC74705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0" sldId="261"/>
            <ac:spMk id="18435" creationId="{BBBFAEB5-FC2D-8589-8E80-3E53F53B1ACE}"/>
          </ac:spMkLst>
        </pc:spChg>
      </pc:sldChg>
      <pc:sldChg chg="new del">
        <pc:chgData name="Vaibhav Dnyaneshwar Abhange" userId="784a7cf182c92a5a" providerId="LiveId" clId="{7E67D044-61AC-4FE2-8303-7B4163D608DC}" dt="2026-03-20T05:56:19.719" v="16" actId="47"/>
        <pc:sldMkLst>
          <pc:docMk/>
          <pc:sldMk cId="1419518832" sldId="261"/>
        </pc:sldMkLst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1143136186" sldId="262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1143136186" sldId="262"/>
            <ac:spMk id="2" creationId="{5DD9C0F8-40D4-E8E7-86D4-3FD1EA0F226F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1143136186" sldId="262"/>
            <ac:spMk id="3" creationId="{A467C727-9C04-3457-3CA6-008911B52E97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2917237696" sldId="263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2917237696" sldId="263"/>
            <ac:spMk id="2" creationId="{5F67222D-DEB2-1E66-E32B-2CCD70129964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2917237696" sldId="263"/>
            <ac:spMk id="3" creationId="{4607A2DD-2044-A0CE-CEAD-95D7CE3448B4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1932073800" sldId="264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1932073800" sldId="264"/>
            <ac:spMk id="2" creationId="{2C5D03B0-B5FB-03BF-213F-CFAF9D5CF5CB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1932073800" sldId="264"/>
            <ac:spMk id="3" creationId="{CC5D6308-E23C-B7AA-127D-CB7104B31C3A}"/>
          </ac:spMkLst>
        </pc:spChg>
      </pc:sldChg>
      <pc:sldChg chg="modSp add mod">
        <pc:chgData name="Vaibhav Dnyaneshwar Abhange" userId="784a7cf182c92a5a" providerId="LiveId" clId="{7E67D044-61AC-4FE2-8303-7B4163D608DC}" dt="2026-03-20T06:15:39.786" v="72" actId="27636"/>
        <pc:sldMkLst>
          <pc:docMk/>
          <pc:sldMk cId="4242982107" sldId="265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4242982107" sldId="265"/>
            <ac:spMk id="2" creationId="{7854A7D7-B173-7BB2-3D7B-ABBC72499F65}"/>
          </ac:spMkLst>
        </pc:spChg>
        <pc:spChg chg="mod">
          <ac:chgData name="Vaibhav Dnyaneshwar Abhange" userId="784a7cf182c92a5a" providerId="LiveId" clId="{7E67D044-61AC-4FE2-8303-7B4163D608DC}" dt="2026-03-20T06:15:39.786" v="72" actId="27636"/>
          <ac:spMkLst>
            <pc:docMk/>
            <pc:sldMk cId="4242982107" sldId="265"/>
            <ac:spMk id="3" creationId="{9F654E66-BDD3-F394-2FE1-9F3BF79A398D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3774044383" sldId="266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3774044383" sldId="266"/>
            <ac:spMk id="2" creationId="{4B569FD3-F56D-E772-18E2-0B8C09ACA83F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3774044383" sldId="266"/>
            <ac:spMk id="3" creationId="{75C7B90E-F3B5-1E9B-9682-436A40466C4A}"/>
          </ac:spMkLst>
        </pc:spChg>
      </pc:sldChg>
      <pc:sldChg chg="modSp add mod">
        <pc:chgData name="Vaibhav Dnyaneshwar Abhange" userId="784a7cf182c92a5a" providerId="LiveId" clId="{7E67D044-61AC-4FE2-8303-7B4163D608DC}" dt="2026-03-20T06:15:39.826" v="73" actId="27636"/>
        <pc:sldMkLst>
          <pc:docMk/>
          <pc:sldMk cId="1319225936" sldId="268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1319225936" sldId="268"/>
            <ac:spMk id="2" creationId="{5F37BEEB-8908-9799-E29B-CF48E9EAF3D9}"/>
          </ac:spMkLst>
        </pc:spChg>
        <pc:spChg chg="mod">
          <ac:chgData name="Vaibhav Dnyaneshwar Abhange" userId="784a7cf182c92a5a" providerId="LiveId" clId="{7E67D044-61AC-4FE2-8303-7B4163D608DC}" dt="2026-03-20T06:15:39.826" v="73" actId="27636"/>
          <ac:spMkLst>
            <pc:docMk/>
            <pc:sldMk cId="1319225936" sldId="268"/>
            <ac:spMk id="3" creationId="{48091DFA-FA25-C4E8-408F-64B1770E4250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2961420258" sldId="269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2961420258" sldId="269"/>
            <ac:spMk id="2" creationId="{C215DFDA-8DF7-E87B-0753-02E05A8BF904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2961420258" sldId="269"/>
            <ac:spMk id="3" creationId="{8864B2E9-7E72-8467-B99B-6E16465E02C9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2625713858" sldId="270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2625713858" sldId="270"/>
            <ac:spMk id="2" creationId="{D55BAC2C-6FD7-8CA5-3A03-D9CD95E818C4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2625713858" sldId="270"/>
            <ac:spMk id="3" creationId="{3C2B60E7-A647-ED54-8BBB-D014F7A6AB23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329290912" sldId="271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329290912" sldId="271"/>
            <ac:spMk id="2" creationId="{B13BED69-1117-D2DF-0DF6-8F252CC99F4C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329290912" sldId="271"/>
            <ac:spMk id="3" creationId="{3AEDF9F3-764B-DF4F-5778-34EBBE45C384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3860627305" sldId="272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3860627305" sldId="272"/>
            <ac:spMk id="2" creationId="{8C0EC6F3-0144-60E1-E856-9D22D67B417C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3860627305" sldId="272"/>
            <ac:spMk id="3" creationId="{4DB0E27D-6FAA-2128-2BFA-5BB024197AE0}"/>
          </ac:spMkLst>
        </pc:spChg>
      </pc:sldChg>
      <pc:sldChg chg="modSp add">
        <pc:chgData name="Vaibhav Dnyaneshwar Abhange" userId="784a7cf182c92a5a" providerId="LiveId" clId="{7E67D044-61AC-4FE2-8303-7B4163D608DC}" dt="2026-03-20T06:15:39.206" v="71"/>
        <pc:sldMkLst>
          <pc:docMk/>
          <pc:sldMk cId="1456495311" sldId="273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1456495311" sldId="273"/>
            <ac:spMk id="2" creationId="{F5AF2AAF-D705-780E-17F2-061A95B28739}"/>
          </ac:spMkLst>
        </pc:spChg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1456495311" sldId="273"/>
            <ac:spMk id="3" creationId="{CBD887CF-36F8-E7F6-BFCB-D61F1174383E}"/>
          </ac:spMkLst>
        </pc:spChg>
      </pc:sldChg>
      <pc:sldChg chg="modSp add mod">
        <pc:chgData name="Vaibhav Dnyaneshwar Abhange" userId="784a7cf182c92a5a" providerId="LiveId" clId="{7E67D044-61AC-4FE2-8303-7B4163D608DC}" dt="2026-03-20T06:15:39.872" v="74" actId="27636"/>
        <pc:sldMkLst>
          <pc:docMk/>
          <pc:sldMk cId="2611363425" sldId="274"/>
        </pc:sldMkLst>
        <pc:spChg chg="mod">
          <ac:chgData name="Vaibhav Dnyaneshwar Abhange" userId="784a7cf182c92a5a" providerId="LiveId" clId="{7E67D044-61AC-4FE2-8303-7B4163D608DC}" dt="2026-03-20T06:15:39.206" v="71"/>
          <ac:spMkLst>
            <pc:docMk/>
            <pc:sldMk cId="2611363425" sldId="274"/>
            <ac:spMk id="2" creationId="{17CA8870-45A6-D472-2FAD-B88962759BF2}"/>
          </ac:spMkLst>
        </pc:spChg>
        <pc:spChg chg="mod">
          <ac:chgData name="Vaibhav Dnyaneshwar Abhange" userId="784a7cf182c92a5a" providerId="LiveId" clId="{7E67D044-61AC-4FE2-8303-7B4163D608DC}" dt="2026-03-20T06:15:39.872" v="74" actId="27636"/>
          <ac:spMkLst>
            <pc:docMk/>
            <pc:sldMk cId="2611363425" sldId="274"/>
            <ac:spMk id="3" creationId="{E7517AE3-F29B-B112-7E4E-A32A6400C5DE}"/>
          </ac:spMkLst>
        </pc:spChg>
      </pc:sldChg>
      <pc:sldMasterChg chg="setBg">
        <pc:chgData name="Vaibhav Dnyaneshwar Abhange" userId="784a7cf182c92a5a" providerId="LiveId" clId="{7E67D044-61AC-4FE2-8303-7B4163D608DC}" dt="2026-03-20T06:17:11.271" v="75"/>
        <pc:sldMasterMkLst>
          <pc:docMk/>
          <pc:sldMasterMk cId="171880744" sldId="2147483660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2592EC-0ED0-4608-8C2D-F0C4C8E298B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CE2039-2118-489C-9543-A00B1276CB28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>
            <a:alpha val="50000"/>
          </a:schemeClr>
        </a:solidFill>
        <a:ln>
          <a:noFill/>
        </a:ln>
      </dgm:spPr>
      <dgm:t>
        <a:bodyPr/>
        <a:lstStyle/>
        <a:p>
          <a:r>
            <a:rPr lang="en-US" sz="4400" dirty="0">
              <a:latin typeface="Algerian" panose="04020705040A02060702" pitchFamily="82" charset="0"/>
            </a:rPr>
            <a:t>Smart Engineering Campus Resource Optimizer (SECRO)</a:t>
          </a:r>
          <a:r>
            <a:rPr lang="en-US" sz="4400" b="1" dirty="0">
              <a:latin typeface="Algerian" panose="04020705040A02060702" pitchFamily="82" charset="0"/>
            </a:rPr>
            <a:t> : </a:t>
          </a:r>
          <a:endParaRPr lang="en-US" sz="4400" dirty="0">
            <a:latin typeface="Algerian" panose="04020705040A02060702" pitchFamily="82" charset="0"/>
          </a:endParaRPr>
        </a:p>
      </dgm:t>
    </dgm:pt>
    <dgm:pt modelId="{C52977F5-907D-4A52-8A26-7D1730F5F6F9}" type="parTrans" cxnId="{7F8B4317-EA15-43E1-862C-15F668F9E45A}">
      <dgm:prSet/>
      <dgm:spPr/>
      <dgm:t>
        <a:bodyPr/>
        <a:lstStyle/>
        <a:p>
          <a:endParaRPr lang="en-US"/>
        </a:p>
      </dgm:t>
    </dgm:pt>
    <dgm:pt modelId="{6784551D-1553-40CA-AD28-B2033ECD4DE5}" type="sibTrans" cxnId="{7F8B4317-EA15-43E1-862C-15F668F9E45A}">
      <dgm:prSet/>
      <dgm:spPr/>
      <dgm:t>
        <a:bodyPr/>
        <a:lstStyle/>
        <a:p>
          <a:endParaRPr lang="en-US"/>
        </a:p>
      </dgm:t>
    </dgm:pt>
    <dgm:pt modelId="{A9D84045-64F4-41D0-AA62-7938FCBA8E9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6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/>
            <a:t>Smart Classroom Allocation</a:t>
          </a:r>
        </a:p>
      </dgm:t>
    </dgm:pt>
    <dgm:pt modelId="{854B57F1-C576-4B12-B2EA-D50DCC1CCFF1}" type="parTrans" cxnId="{536A2E89-66D0-45F1-9062-804283294C05}">
      <dgm:prSet/>
      <dgm:spPr/>
      <dgm:t>
        <a:bodyPr/>
        <a:lstStyle/>
        <a:p>
          <a:endParaRPr lang="en-US"/>
        </a:p>
      </dgm:t>
    </dgm:pt>
    <dgm:pt modelId="{963DE79D-E062-402E-A48A-7A2BFF29E82F}" type="sibTrans" cxnId="{536A2E89-66D0-45F1-9062-804283294C05}">
      <dgm:prSet/>
      <dgm:spPr/>
      <dgm:t>
        <a:bodyPr/>
        <a:lstStyle/>
        <a:p>
          <a:endParaRPr lang="en-US"/>
        </a:p>
      </dgm:t>
    </dgm:pt>
    <dgm:pt modelId="{B5ED7DA4-853D-47AC-A315-621504306D62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5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/>
            <a:t>Faculty Timetable Conflict Detector</a:t>
          </a:r>
        </a:p>
      </dgm:t>
    </dgm:pt>
    <dgm:pt modelId="{C057C2C3-E591-4920-A9FD-6984ECAFF32D}" type="parTrans" cxnId="{A009DA82-F64F-4BCC-B3A2-2F51F2955340}">
      <dgm:prSet/>
      <dgm:spPr/>
      <dgm:t>
        <a:bodyPr/>
        <a:lstStyle/>
        <a:p>
          <a:endParaRPr lang="en-US"/>
        </a:p>
      </dgm:t>
    </dgm:pt>
    <dgm:pt modelId="{6478ECB8-CB2A-4109-B380-16C7730DD44F}" type="sibTrans" cxnId="{A009DA82-F64F-4BCC-B3A2-2F51F2955340}">
      <dgm:prSet/>
      <dgm:spPr/>
      <dgm:t>
        <a:bodyPr/>
        <a:lstStyle/>
        <a:p>
          <a:endParaRPr lang="en-US"/>
        </a:p>
      </dgm:t>
    </dgm:pt>
    <dgm:pt modelId="{D35BBE9A-098C-4FD0-890A-843200FC9652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dk1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/>
            <a:t>Lab Equipment Utilization Tracker</a:t>
          </a:r>
        </a:p>
      </dgm:t>
    </dgm:pt>
    <dgm:pt modelId="{2EA2559C-9DD0-4448-BF33-46FE8B45B89D}" type="parTrans" cxnId="{3B415070-2830-4AD6-A4CB-43A8EA391199}">
      <dgm:prSet/>
      <dgm:spPr/>
      <dgm:t>
        <a:bodyPr/>
        <a:lstStyle/>
        <a:p>
          <a:endParaRPr lang="en-US"/>
        </a:p>
      </dgm:t>
    </dgm:pt>
    <dgm:pt modelId="{0881CB02-A0CF-4141-A65E-F4E29C7C0FE1}" type="sibTrans" cxnId="{3B415070-2830-4AD6-A4CB-43A8EA391199}">
      <dgm:prSet/>
      <dgm:spPr/>
      <dgm:t>
        <a:bodyPr/>
        <a:lstStyle/>
        <a:p>
          <a:endParaRPr lang="en-US"/>
        </a:p>
      </dgm:t>
    </dgm:pt>
    <dgm:pt modelId="{697B387F-5183-41D9-965B-8A1B82CCC084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/>
            <a:t>Smart Attendance Pattern Analyzer</a:t>
          </a:r>
        </a:p>
      </dgm:t>
    </dgm:pt>
    <dgm:pt modelId="{498A0821-264D-4A57-BD81-5E1928826903}" type="parTrans" cxnId="{233D63B4-D706-4EF5-A4B4-6A90D1B03C5B}">
      <dgm:prSet/>
      <dgm:spPr/>
      <dgm:t>
        <a:bodyPr/>
        <a:lstStyle/>
        <a:p>
          <a:endParaRPr lang="en-US"/>
        </a:p>
      </dgm:t>
    </dgm:pt>
    <dgm:pt modelId="{51B2E1D7-F8B6-46AA-BD22-41021CA53EB5}" type="sibTrans" cxnId="{233D63B4-D706-4EF5-A4B4-6A90D1B03C5B}">
      <dgm:prSet/>
      <dgm:spPr/>
      <dgm:t>
        <a:bodyPr/>
        <a:lstStyle/>
        <a:p>
          <a:endParaRPr lang="en-US"/>
        </a:p>
      </dgm:t>
    </dgm:pt>
    <dgm:pt modelId="{23A6066E-1AE7-4D84-81A1-F37266A03F42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3">
            <a:alpha val="50000"/>
          </a:schemeClr>
        </a:solidFill>
        <a:ln>
          <a:noFill/>
        </a:ln>
      </dgm:spPr>
      <dgm:t>
        <a:bodyPr/>
        <a:lstStyle/>
        <a:p>
          <a:r>
            <a:rPr lang="en-US" dirty="0"/>
            <a:t>Energy Saving Classroom Suggestion</a:t>
          </a:r>
        </a:p>
      </dgm:t>
    </dgm:pt>
    <dgm:pt modelId="{1E0FDBD7-B467-43AA-86DE-77FD867556A5}" type="parTrans" cxnId="{021C36CE-F8EF-456B-8272-4B7D48F164EA}">
      <dgm:prSet/>
      <dgm:spPr/>
      <dgm:t>
        <a:bodyPr/>
        <a:lstStyle/>
        <a:p>
          <a:endParaRPr lang="en-US"/>
        </a:p>
      </dgm:t>
    </dgm:pt>
    <dgm:pt modelId="{181B2802-5DB4-4B05-8532-8D05C9E3C537}" type="sibTrans" cxnId="{021C36CE-F8EF-456B-8272-4B7D48F164EA}">
      <dgm:prSet/>
      <dgm:spPr/>
      <dgm:t>
        <a:bodyPr/>
        <a:lstStyle/>
        <a:p>
          <a:endParaRPr lang="en-US"/>
        </a:p>
      </dgm:t>
    </dgm:pt>
    <dgm:pt modelId="{A5414044-754E-4AB2-819D-8C22CCC3E9B7}" type="pres">
      <dgm:prSet presAssocID="{ED2592EC-0ED0-4608-8C2D-F0C4C8E298B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0B6F49C-5253-4F28-8A6E-07032B62C4ED}" type="pres">
      <dgm:prSet presAssocID="{6DCE2039-2118-489C-9543-A00B1276CB28}" presName="hierRoot1" presStyleCnt="0">
        <dgm:presLayoutVars>
          <dgm:hierBranch val="init"/>
        </dgm:presLayoutVars>
      </dgm:prSet>
      <dgm:spPr/>
    </dgm:pt>
    <dgm:pt modelId="{1324C53A-BFD4-4850-A8A8-4A72FD379FDA}" type="pres">
      <dgm:prSet presAssocID="{6DCE2039-2118-489C-9543-A00B1276CB28}" presName="rootComposite1" presStyleCnt="0"/>
      <dgm:spPr/>
    </dgm:pt>
    <dgm:pt modelId="{80BAD02E-2EB2-4CD9-B97C-BA4DDB67BB12}" type="pres">
      <dgm:prSet presAssocID="{6DCE2039-2118-489C-9543-A00B1276CB28}" presName="rootText1" presStyleLbl="node0" presStyleIdx="0" presStyleCnt="1" custAng="0" custScaleX="555374" custScaleY="103699">
        <dgm:presLayoutVars>
          <dgm:chPref val="3"/>
        </dgm:presLayoutVars>
      </dgm:prSet>
      <dgm:spPr/>
    </dgm:pt>
    <dgm:pt modelId="{0A643E9D-2CFA-454B-BE91-ABDDFF1B1CFF}" type="pres">
      <dgm:prSet presAssocID="{6DCE2039-2118-489C-9543-A00B1276CB28}" presName="rootConnector1" presStyleLbl="node1" presStyleIdx="0" presStyleCnt="0"/>
      <dgm:spPr/>
    </dgm:pt>
    <dgm:pt modelId="{5B0DA5E6-2408-4785-B578-004307285308}" type="pres">
      <dgm:prSet presAssocID="{6DCE2039-2118-489C-9543-A00B1276CB28}" presName="hierChild2" presStyleCnt="0"/>
      <dgm:spPr/>
    </dgm:pt>
    <dgm:pt modelId="{3D810B54-C9AD-4DF4-BF9F-97BDB5BE7A74}" type="pres">
      <dgm:prSet presAssocID="{854B57F1-C576-4B12-B2EA-D50DCC1CCFF1}" presName="Name37" presStyleLbl="parChTrans1D2" presStyleIdx="0" presStyleCnt="5"/>
      <dgm:spPr/>
    </dgm:pt>
    <dgm:pt modelId="{1CD0AD8E-2F45-4E4D-BC5D-D10F46AC6CF0}" type="pres">
      <dgm:prSet presAssocID="{A9D84045-64F4-41D0-AA62-7938FCBA8E9D}" presName="hierRoot2" presStyleCnt="0">
        <dgm:presLayoutVars>
          <dgm:hierBranch val="init"/>
        </dgm:presLayoutVars>
      </dgm:prSet>
      <dgm:spPr/>
    </dgm:pt>
    <dgm:pt modelId="{6AAB269E-4FF2-4FE0-93D5-D33A40479235}" type="pres">
      <dgm:prSet presAssocID="{A9D84045-64F4-41D0-AA62-7938FCBA8E9D}" presName="rootComposite" presStyleCnt="0"/>
      <dgm:spPr/>
    </dgm:pt>
    <dgm:pt modelId="{6B4096FB-94BA-4DDC-BDD5-74CD91491AE3}" type="pres">
      <dgm:prSet presAssocID="{A9D84045-64F4-41D0-AA62-7938FCBA8E9D}" presName="rootText" presStyleLbl="node2" presStyleIdx="0" presStyleCnt="5" custScaleY="237318">
        <dgm:presLayoutVars>
          <dgm:chPref val="3"/>
        </dgm:presLayoutVars>
      </dgm:prSet>
      <dgm:spPr/>
    </dgm:pt>
    <dgm:pt modelId="{D7CE5FA9-EFEA-41B1-9219-BE4F46862531}" type="pres">
      <dgm:prSet presAssocID="{A9D84045-64F4-41D0-AA62-7938FCBA8E9D}" presName="rootConnector" presStyleLbl="node2" presStyleIdx="0" presStyleCnt="5"/>
      <dgm:spPr/>
    </dgm:pt>
    <dgm:pt modelId="{8190A4DC-AB47-46FC-BBD1-861A4708257C}" type="pres">
      <dgm:prSet presAssocID="{A9D84045-64F4-41D0-AA62-7938FCBA8E9D}" presName="hierChild4" presStyleCnt="0"/>
      <dgm:spPr/>
    </dgm:pt>
    <dgm:pt modelId="{9C8780DC-6C52-4140-A4AC-2A808F32970E}" type="pres">
      <dgm:prSet presAssocID="{A9D84045-64F4-41D0-AA62-7938FCBA8E9D}" presName="hierChild5" presStyleCnt="0"/>
      <dgm:spPr/>
    </dgm:pt>
    <dgm:pt modelId="{58933C7C-5283-42FB-AF55-E4697B1C1305}" type="pres">
      <dgm:prSet presAssocID="{C057C2C3-E591-4920-A9FD-6984ECAFF32D}" presName="Name37" presStyleLbl="parChTrans1D2" presStyleIdx="1" presStyleCnt="5"/>
      <dgm:spPr/>
    </dgm:pt>
    <dgm:pt modelId="{6E7E81AE-56B8-430E-871D-714F0008F4A1}" type="pres">
      <dgm:prSet presAssocID="{B5ED7DA4-853D-47AC-A315-621504306D62}" presName="hierRoot2" presStyleCnt="0">
        <dgm:presLayoutVars>
          <dgm:hierBranch val="init"/>
        </dgm:presLayoutVars>
      </dgm:prSet>
      <dgm:spPr/>
    </dgm:pt>
    <dgm:pt modelId="{1E65B8DE-DD00-4654-A2C5-5F99F54843FA}" type="pres">
      <dgm:prSet presAssocID="{B5ED7DA4-853D-47AC-A315-621504306D62}" presName="rootComposite" presStyleCnt="0"/>
      <dgm:spPr/>
    </dgm:pt>
    <dgm:pt modelId="{94195195-C318-45A5-B8AF-BA69490DF435}" type="pres">
      <dgm:prSet presAssocID="{B5ED7DA4-853D-47AC-A315-621504306D62}" presName="rootText" presStyleLbl="node2" presStyleIdx="1" presStyleCnt="5" custScaleY="240580">
        <dgm:presLayoutVars>
          <dgm:chPref val="3"/>
        </dgm:presLayoutVars>
      </dgm:prSet>
      <dgm:spPr/>
    </dgm:pt>
    <dgm:pt modelId="{B3B565F5-460A-4939-91D0-68468BB83F4F}" type="pres">
      <dgm:prSet presAssocID="{B5ED7DA4-853D-47AC-A315-621504306D62}" presName="rootConnector" presStyleLbl="node2" presStyleIdx="1" presStyleCnt="5"/>
      <dgm:spPr/>
    </dgm:pt>
    <dgm:pt modelId="{3F9CB5CC-1945-4432-84EB-92F51404C13A}" type="pres">
      <dgm:prSet presAssocID="{B5ED7DA4-853D-47AC-A315-621504306D62}" presName="hierChild4" presStyleCnt="0"/>
      <dgm:spPr/>
    </dgm:pt>
    <dgm:pt modelId="{A401D3F2-BF9D-4827-B8DE-21264E2434DF}" type="pres">
      <dgm:prSet presAssocID="{B5ED7DA4-853D-47AC-A315-621504306D62}" presName="hierChild5" presStyleCnt="0"/>
      <dgm:spPr/>
    </dgm:pt>
    <dgm:pt modelId="{7F15DB80-D612-4CC3-B496-C6C48DF0EB15}" type="pres">
      <dgm:prSet presAssocID="{2EA2559C-9DD0-4448-BF33-46FE8B45B89D}" presName="Name37" presStyleLbl="parChTrans1D2" presStyleIdx="2" presStyleCnt="5"/>
      <dgm:spPr/>
    </dgm:pt>
    <dgm:pt modelId="{F8801E8C-2A1D-452F-A094-3B218E3E7DF3}" type="pres">
      <dgm:prSet presAssocID="{D35BBE9A-098C-4FD0-890A-843200FC9652}" presName="hierRoot2" presStyleCnt="0">
        <dgm:presLayoutVars>
          <dgm:hierBranch val="init"/>
        </dgm:presLayoutVars>
      </dgm:prSet>
      <dgm:spPr/>
    </dgm:pt>
    <dgm:pt modelId="{7BC4BB43-A941-4FA6-AC47-C4AE75D1528A}" type="pres">
      <dgm:prSet presAssocID="{D35BBE9A-098C-4FD0-890A-843200FC9652}" presName="rootComposite" presStyleCnt="0"/>
      <dgm:spPr/>
    </dgm:pt>
    <dgm:pt modelId="{125829FE-A25B-4FC5-A6D2-A1B2AB15F434}" type="pres">
      <dgm:prSet presAssocID="{D35BBE9A-098C-4FD0-890A-843200FC9652}" presName="rootText" presStyleLbl="node2" presStyleIdx="2" presStyleCnt="5" custScaleY="262993">
        <dgm:presLayoutVars>
          <dgm:chPref val="3"/>
        </dgm:presLayoutVars>
      </dgm:prSet>
      <dgm:spPr/>
    </dgm:pt>
    <dgm:pt modelId="{D38EDFA5-4FE1-4FC5-AE0E-603C3CF48780}" type="pres">
      <dgm:prSet presAssocID="{D35BBE9A-098C-4FD0-890A-843200FC9652}" presName="rootConnector" presStyleLbl="node2" presStyleIdx="2" presStyleCnt="5"/>
      <dgm:spPr/>
    </dgm:pt>
    <dgm:pt modelId="{D03AFB23-742E-4FE5-B575-B4BEFFF3566A}" type="pres">
      <dgm:prSet presAssocID="{D35BBE9A-098C-4FD0-890A-843200FC9652}" presName="hierChild4" presStyleCnt="0"/>
      <dgm:spPr/>
    </dgm:pt>
    <dgm:pt modelId="{CCBD7CCA-795D-4009-A0D2-D91A5CDD201C}" type="pres">
      <dgm:prSet presAssocID="{D35BBE9A-098C-4FD0-890A-843200FC9652}" presName="hierChild5" presStyleCnt="0"/>
      <dgm:spPr/>
    </dgm:pt>
    <dgm:pt modelId="{47C69976-3448-4119-8E4B-CB5FF51F40EE}" type="pres">
      <dgm:prSet presAssocID="{498A0821-264D-4A57-BD81-5E1928826903}" presName="Name37" presStyleLbl="parChTrans1D2" presStyleIdx="3" presStyleCnt="5"/>
      <dgm:spPr/>
    </dgm:pt>
    <dgm:pt modelId="{1E0F4960-B3C5-4226-9EFB-61AE36E7BC98}" type="pres">
      <dgm:prSet presAssocID="{697B387F-5183-41D9-965B-8A1B82CCC084}" presName="hierRoot2" presStyleCnt="0">
        <dgm:presLayoutVars>
          <dgm:hierBranch val="init"/>
        </dgm:presLayoutVars>
      </dgm:prSet>
      <dgm:spPr/>
    </dgm:pt>
    <dgm:pt modelId="{A55E62AD-FCE5-433B-806A-C3871028A548}" type="pres">
      <dgm:prSet presAssocID="{697B387F-5183-41D9-965B-8A1B82CCC084}" presName="rootComposite" presStyleCnt="0"/>
      <dgm:spPr/>
    </dgm:pt>
    <dgm:pt modelId="{2149B66B-D9AB-4EF8-83C2-AFE8B5AAD73B}" type="pres">
      <dgm:prSet presAssocID="{697B387F-5183-41D9-965B-8A1B82CCC084}" presName="rootText" presStyleLbl="node2" presStyleIdx="3" presStyleCnt="5" custScaleY="247104">
        <dgm:presLayoutVars>
          <dgm:chPref val="3"/>
        </dgm:presLayoutVars>
      </dgm:prSet>
      <dgm:spPr/>
    </dgm:pt>
    <dgm:pt modelId="{40724E5A-6D8F-46D3-8240-FF28D7686C19}" type="pres">
      <dgm:prSet presAssocID="{697B387F-5183-41D9-965B-8A1B82CCC084}" presName="rootConnector" presStyleLbl="node2" presStyleIdx="3" presStyleCnt="5"/>
      <dgm:spPr/>
    </dgm:pt>
    <dgm:pt modelId="{4DD816DD-5C57-401D-9F26-E8E5331A0A78}" type="pres">
      <dgm:prSet presAssocID="{697B387F-5183-41D9-965B-8A1B82CCC084}" presName="hierChild4" presStyleCnt="0"/>
      <dgm:spPr/>
    </dgm:pt>
    <dgm:pt modelId="{CF3FC9F3-2764-422B-B556-022E3CD1917C}" type="pres">
      <dgm:prSet presAssocID="{697B387F-5183-41D9-965B-8A1B82CCC084}" presName="hierChild5" presStyleCnt="0"/>
      <dgm:spPr/>
    </dgm:pt>
    <dgm:pt modelId="{257EC494-2335-4AAD-BD62-F2A2F059E962}" type="pres">
      <dgm:prSet presAssocID="{1E0FDBD7-B467-43AA-86DE-77FD867556A5}" presName="Name37" presStyleLbl="parChTrans1D2" presStyleIdx="4" presStyleCnt="5"/>
      <dgm:spPr/>
    </dgm:pt>
    <dgm:pt modelId="{A4D0D998-9D8E-4E00-91F9-19F42D31AAE2}" type="pres">
      <dgm:prSet presAssocID="{23A6066E-1AE7-4D84-81A1-F37266A03F42}" presName="hierRoot2" presStyleCnt="0">
        <dgm:presLayoutVars>
          <dgm:hierBranch val="init"/>
        </dgm:presLayoutVars>
      </dgm:prSet>
      <dgm:spPr/>
    </dgm:pt>
    <dgm:pt modelId="{7D94DA4D-C7F8-4248-9EE5-380EF6FD4761}" type="pres">
      <dgm:prSet presAssocID="{23A6066E-1AE7-4D84-81A1-F37266A03F42}" presName="rootComposite" presStyleCnt="0"/>
      <dgm:spPr/>
    </dgm:pt>
    <dgm:pt modelId="{D71C8EDB-E8A0-43C6-BA17-9B4DDF37659F}" type="pres">
      <dgm:prSet presAssocID="{23A6066E-1AE7-4D84-81A1-F37266A03F42}" presName="rootText" presStyleLbl="node2" presStyleIdx="4" presStyleCnt="5" custScaleY="247104">
        <dgm:presLayoutVars>
          <dgm:chPref val="3"/>
        </dgm:presLayoutVars>
      </dgm:prSet>
      <dgm:spPr/>
    </dgm:pt>
    <dgm:pt modelId="{C7076FB6-687D-45A7-95F2-9B759B6317DC}" type="pres">
      <dgm:prSet presAssocID="{23A6066E-1AE7-4D84-81A1-F37266A03F42}" presName="rootConnector" presStyleLbl="node2" presStyleIdx="4" presStyleCnt="5"/>
      <dgm:spPr/>
    </dgm:pt>
    <dgm:pt modelId="{9A34F755-7352-4C19-9844-C8ADA372BDAE}" type="pres">
      <dgm:prSet presAssocID="{23A6066E-1AE7-4D84-81A1-F37266A03F42}" presName="hierChild4" presStyleCnt="0"/>
      <dgm:spPr/>
    </dgm:pt>
    <dgm:pt modelId="{D8BD1CB7-EF85-4934-B1D7-82590C36B960}" type="pres">
      <dgm:prSet presAssocID="{23A6066E-1AE7-4D84-81A1-F37266A03F42}" presName="hierChild5" presStyleCnt="0"/>
      <dgm:spPr/>
    </dgm:pt>
    <dgm:pt modelId="{4406F680-9720-4D27-9D08-E3133267A797}" type="pres">
      <dgm:prSet presAssocID="{6DCE2039-2118-489C-9543-A00B1276CB28}" presName="hierChild3" presStyleCnt="0"/>
      <dgm:spPr/>
    </dgm:pt>
  </dgm:ptLst>
  <dgm:cxnLst>
    <dgm:cxn modelId="{70AB130C-3A1A-492B-A516-E2AFDB272406}" type="presOf" srcId="{B5ED7DA4-853D-47AC-A315-621504306D62}" destId="{B3B565F5-460A-4939-91D0-68468BB83F4F}" srcOrd="1" destOrd="0" presId="urn:microsoft.com/office/officeart/2005/8/layout/orgChart1"/>
    <dgm:cxn modelId="{BE39DD0F-6F67-4A5F-A923-4BF0607424CB}" type="presOf" srcId="{697B387F-5183-41D9-965B-8A1B82CCC084}" destId="{40724E5A-6D8F-46D3-8240-FF28D7686C19}" srcOrd="1" destOrd="0" presId="urn:microsoft.com/office/officeart/2005/8/layout/orgChart1"/>
    <dgm:cxn modelId="{C56F8311-C059-45B9-9360-6B40E5D9FF44}" type="presOf" srcId="{6DCE2039-2118-489C-9543-A00B1276CB28}" destId="{80BAD02E-2EB2-4CD9-B97C-BA4DDB67BB12}" srcOrd="0" destOrd="0" presId="urn:microsoft.com/office/officeart/2005/8/layout/orgChart1"/>
    <dgm:cxn modelId="{7F8B4317-EA15-43E1-862C-15F668F9E45A}" srcId="{ED2592EC-0ED0-4608-8C2D-F0C4C8E298B0}" destId="{6DCE2039-2118-489C-9543-A00B1276CB28}" srcOrd="0" destOrd="0" parTransId="{C52977F5-907D-4A52-8A26-7D1730F5F6F9}" sibTransId="{6784551D-1553-40CA-AD28-B2033ECD4DE5}"/>
    <dgm:cxn modelId="{46595F21-1967-420D-8008-454022B33AB4}" type="presOf" srcId="{B5ED7DA4-853D-47AC-A315-621504306D62}" destId="{94195195-C318-45A5-B8AF-BA69490DF435}" srcOrd="0" destOrd="0" presId="urn:microsoft.com/office/officeart/2005/8/layout/orgChart1"/>
    <dgm:cxn modelId="{603F073E-53BC-437D-94C6-0A2083D7EF2A}" type="presOf" srcId="{498A0821-264D-4A57-BD81-5E1928826903}" destId="{47C69976-3448-4119-8E4B-CB5FF51F40EE}" srcOrd="0" destOrd="0" presId="urn:microsoft.com/office/officeart/2005/8/layout/orgChart1"/>
    <dgm:cxn modelId="{18BEF05D-C4E3-4B7A-B8E2-823E8EFBB553}" type="presOf" srcId="{854B57F1-C576-4B12-B2EA-D50DCC1CCFF1}" destId="{3D810B54-C9AD-4DF4-BF9F-97BDB5BE7A74}" srcOrd="0" destOrd="0" presId="urn:microsoft.com/office/officeart/2005/8/layout/orgChart1"/>
    <dgm:cxn modelId="{3773AD5F-993B-4F26-B63D-39D95518E725}" type="presOf" srcId="{ED2592EC-0ED0-4608-8C2D-F0C4C8E298B0}" destId="{A5414044-754E-4AB2-819D-8C22CCC3E9B7}" srcOrd="0" destOrd="0" presId="urn:microsoft.com/office/officeart/2005/8/layout/orgChart1"/>
    <dgm:cxn modelId="{613CF644-BDE9-470C-85BA-71B9D0B2BCBA}" type="presOf" srcId="{A9D84045-64F4-41D0-AA62-7938FCBA8E9D}" destId="{6B4096FB-94BA-4DDC-BDD5-74CD91491AE3}" srcOrd="0" destOrd="0" presId="urn:microsoft.com/office/officeart/2005/8/layout/orgChart1"/>
    <dgm:cxn modelId="{31E8736C-C413-40DF-AE82-C4F91A6CDE78}" type="presOf" srcId="{A9D84045-64F4-41D0-AA62-7938FCBA8E9D}" destId="{D7CE5FA9-EFEA-41B1-9219-BE4F46862531}" srcOrd="1" destOrd="0" presId="urn:microsoft.com/office/officeart/2005/8/layout/orgChart1"/>
    <dgm:cxn modelId="{3B415070-2830-4AD6-A4CB-43A8EA391199}" srcId="{6DCE2039-2118-489C-9543-A00B1276CB28}" destId="{D35BBE9A-098C-4FD0-890A-843200FC9652}" srcOrd="2" destOrd="0" parTransId="{2EA2559C-9DD0-4448-BF33-46FE8B45B89D}" sibTransId="{0881CB02-A0CF-4141-A65E-F4E29C7C0FE1}"/>
    <dgm:cxn modelId="{D88C2C81-A547-4C08-B599-18534E730BD7}" type="presOf" srcId="{6DCE2039-2118-489C-9543-A00B1276CB28}" destId="{0A643E9D-2CFA-454B-BE91-ABDDFF1B1CFF}" srcOrd="1" destOrd="0" presId="urn:microsoft.com/office/officeart/2005/8/layout/orgChart1"/>
    <dgm:cxn modelId="{A009DA82-F64F-4BCC-B3A2-2F51F2955340}" srcId="{6DCE2039-2118-489C-9543-A00B1276CB28}" destId="{B5ED7DA4-853D-47AC-A315-621504306D62}" srcOrd="1" destOrd="0" parTransId="{C057C2C3-E591-4920-A9FD-6984ECAFF32D}" sibTransId="{6478ECB8-CB2A-4109-B380-16C7730DD44F}"/>
    <dgm:cxn modelId="{536A2E89-66D0-45F1-9062-804283294C05}" srcId="{6DCE2039-2118-489C-9543-A00B1276CB28}" destId="{A9D84045-64F4-41D0-AA62-7938FCBA8E9D}" srcOrd="0" destOrd="0" parTransId="{854B57F1-C576-4B12-B2EA-D50DCC1CCFF1}" sibTransId="{963DE79D-E062-402E-A48A-7A2BFF29E82F}"/>
    <dgm:cxn modelId="{945F3295-B908-4B22-BD3D-2CAAC7EF44B0}" type="presOf" srcId="{697B387F-5183-41D9-965B-8A1B82CCC084}" destId="{2149B66B-D9AB-4EF8-83C2-AFE8B5AAD73B}" srcOrd="0" destOrd="0" presId="urn:microsoft.com/office/officeart/2005/8/layout/orgChart1"/>
    <dgm:cxn modelId="{B810D696-CD93-42AC-9CB9-E1AD18B28E66}" type="presOf" srcId="{2EA2559C-9DD0-4448-BF33-46FE8B45B89D}" destId="{7F15DB80-D612-4CC3-B496-C6C48DF0EB15}" srcOrd="0" destOrd="0" presId="urn:microsoft.com/office/officeart/2005/8/layout/orgChart1"/>
    <dgm:cxn modelId="{233D63B4-D706-4EF5-A4B4-6A90D1B03C5B}" srcId="{6DCE2039-2118-489C-9543-A00B1276CB28}" destId="{697B387F-5183-41D9-965B-8A1B82CCC084}" srcOrd="3" destOrd="0" parTransId="{498A0821-264D-4A57-BD81-5E1928826903}" sibTransId="{51B2E1D7-F8B6-46AA-BD22-41021CA53EB5}"/>
    <dgm:cxn modelId="{DF6A17BC-4863-43E8-BAAC-E46110B410C8}" type="presOf" srcId="{D35BBE9A-098C-4FD0-890A-843200FC9652}" destId="{D38EDFA5-4FE1-4FC5-AE0E-603C3CF48780}" srcOrd="1" destOrd="0" presId="urn:microsoft.com/office/officeart/2005/8/layout/orgChart1"/>
    <dgm:cxn modelId="{62635FC9-6ADE-42BA-B51C-9CF720188BDB}" type="presOf" srcId="{1E0FDBD7-B467-43AA-86DE-77FD867556A5}" destId="{257EC494-2335-4AAD-BD62-F2A2F059E962}" srcOrd="0" destOrd="0" presId="urn:microsoft.com/office/officeart/2005/8/layout/orgChart1"/>
    <dgm:cxn modelId="{867650CB-A444-47CA-A31C-E4B771EFB3F6}" type="presOf" srcId="{23A6066E-1AE7-4D84-81A1-F37266A03F42}" destId="{C7076FB6-687D-45A7-95F2-9B759B6317DC}" srcOrd="1" destOrd="0" presId="urn:microsoft.com/office/officeart/2005/8/layout/orgChart1"/>
    <dgm:cxn modelId="{021C36CE-F8EF-456B-8272-4B7D48F164EA}" srcId="{6DCE2039-2118-489C-9543-A00B1276CB28}" destId="{23A6066E-1AE7-4D84-81A1-F37266A03F42}" srcOrd="4" destOrd="0" parTransId="{1E0FDBD7-B467-43AA-86DE-77FD867556A5}" sibTransId="{181B2802-5DB4-4B05-8532-8D05C9E3C537}"/>
    <dgm:cxn modelId="{35A73FD8-D10F-4113-ADDA-3E07CF12BD90}" type="presOf" srcId="{23A6066E-1AE7-4D84-81A1-F37266A03F42}" destId="{D71C8EDB-E8A0-43C6-BA17-9B4DDF37659F}" srcOrd="0" destOrd="0" presId="urn:microsoft.com/office/officeart/2005/8/layout/orgChart1"/>
    <dgm:cxn modelId="{7E0D7CDA-08C5-45D3-BA55-665E5FB9D6EB}" type="presOf" srcId="{C057C2C3-E591-4920-A9FD-6984ECAFF32D}" destId="{58933C7C-5283-42FB-AF55-E4697B1C1305}" srcOrd="0" destOrd="0" presId="urn:microsoft.com/office/officeart/2005/8/layout/orgChart1"/>
    <dgm:cxn modelId="{DA014EEB-806E-4BF4-A0DD-31839115C16D}" type="presOf" srcId="{D35BBE9A-098C-4FD0-890A-843200FC9652}" destId="{125829FE-A25B-4FC5-A6D2-A1B2AB15F434}" srcOrd="0" destOrd="0" presId="urn:microsoft.com/office/officeart/2005/8/layout/orgChart1"/>
    <dgm:cxn modelId="{C67E000D-4FA2-43BE-82C4-F3D8ECFB21B5}" type="presParOf" srcId="{A5414044-754E-4AB2-819D-8C22CCC3E9B7}" destId="{90B6F49C-5253-4F28-8A6E-07032B62C4ED}" srcOrd="0" destOrd="0" presId="urn:microsoft.com/office/officeart/2005/8/layout/orgChart1"/>
    <dgm:cxn modelId="{D84F3F33-3C7D-4E83-ADF3-0BD639E92E2B}" type="presParOf" srcId="{90B6F49C-5253-4F28-8A6E-07032B62C4ED}" destId="{1324C53A-BFD4-4850-A8A8-4A72FD379FDA}" srcOrd="0" destOrd="0" presId="urn:microsoft.com/office/officeart/2005/8/layout/orgChart1"/>
    <dgm:cxn modelId="{0B59A51D-EE22-4B3E-8730-F3D62BE799BE}" type="presParOf" srcId="{1324C53A-BFD4-4850-A8A8-4A72FD379FDA}" destId="{80BAD02E-2EB2-4CD9-B97C-BA4DDB67BB12}" srcOrd="0" destOrd="0" presId="urn:microsoft.com/office/officeart/2005/8/layout/orgChart1"/>
    <dgm:cxn modelId="{CEECC547-55A0-4BC7-B690-93280C2C1DB5}" type="presParOf" srcId="{1324C53A-BFD4-4850-A8A8-4A72FD379FDA}" destId="{0A643E9D-2CFA-454B-BE91-ABDDFF1B1CFF}" srcOrd="1" destOrd="0" presId="urn:microsoft.com/office/officeart/2005/8/layout/orgChart1"/>
    <dgm:cxn modelId="{A35ABD9A-3F80-4A7C-813C-1461947EEBF4}" type="presParOf" srcId="{90B6F49C-5253-4F28-8A6E-07032B62C4ED}" destId="{5B0DA5E6-2408-4785-B578-004307285308}" srcOrd="1" destOrd="0" presId="urn:microsoft.com/office/officeart/2005/8/layout/orgChart1"/>
    <dgm:cxn modelId="{0CDDA645-B71A-4A11-BB2E-E3A611E8668B}" type="presParOf" srcId="{5B0DA5E6-2408-4785-B578-004307285308}" destId="{3D810B54-C9AD-4DF4-BF9F-97BDB5BE7A74}" srcOrd="0" destOrd="0" presId="urn:microsoft.com/office/officeart/2005/8/layout/orgChart1"/>
    <dgm:cxn modelId="{4DF135CE-8180-4DB4-A317-DD440BF59ED5}" type="presParOf" srcId="{5B0DA5E6-2408-4785-B578-004307285308}" destId="{1CD0AD8E-2F45-4E4D-BC5D-D10F46AC6CF0}" srcOrd="1" destOrd="0" presId="urn:microsoft.com/office/officeart/2005/8/layout/orgChart1"/>
    <dgm:cxn modelId="{374F67AF-0491-43E4-A9EF-3878F6237C28}" type="presParOf" srcId="{1CD0AD8E-2F45-4E4D-BC5D-D10F46AC6CF0}" destId="{6AAB269E-4FF2-4FE0-93D5-D33A40479235}" srcOrd="0" destOrd="0" presId="urn:microsoft.com/office/officeart/2005/8/layout/orgChart1"/>
    <dgm:cxn modelId="{FF0659AD-32B5-4616-8824-A3066A340CDA}" type="presParOf" srcId="{6AAB269E-4FF2-4FE0-93D5-D33A40479235}" destId="{6B4096FB-94BA-4DDC-BDD5-74CD91491AE3}" srcOrd="0" destOrd="0" presId="urn:microsoft.com/office/officeart/2005/8/layout/orgChart1"/>
    <dgm:cxn modelId="{C951C9EA-064B-4263-A050-21F201A19813}" type="presParOf" srcId="{6AAB269E-4FF2-4FE0-93D5-D33A40479235}" destId="{D7CE5FA9-EFEA-41B1-9219-BE4F46862531}" srcOrd="1" destOrd="0" presId="urn:microsoft.com/office/officeart/2005/8/layout/orgChart1"/>
    <dgm:cxn modelId="{5D40376A-EFAC-4CF7-AAC2-674CCD51E189}" type="presParOf" srcId="{1CD0AD8E-2F45-4E4D-BC5D-D10F46AC6CF0}" destId="{8190A4DC-AB47-46FC-BBD1-861A4708257C}" srcOrd="1" destOrd="0" presId="urn:microsoft.com/office/officeart/2005/8/layout/orgChart1"/>
    <dgm:cxn modelId="{296BF737-7D50-4B24-841F-6E987D193381}" type="presParOf" srcId="{1CD0AD8E-2F45-4E4D-BC5D-D10F46AC6CF0}" destId="{9C8780DC-6C52-4140-A4AC-2A808F32970E}" srcOrd="2" destOrd="0" presId="urn:microsoft.com/office/officeart/2005/8/layout/orgChart1"/>
    <dgm:cxn modelId="{0BD0817C-DBF0-4390-8040-FA5344F1B398}" type="presParOf" srcId="{5B0DA5E6-2408-4785-B578-004307285308}" destId="{58933C7C-5283-42FB-AF55-E4697B1C1305}" srcOrd="2" destOrd="0" presId="urn:microsoft.com/office/officeart/2005/8/layout/orgChart1"/>
    <dgm:cxn modelId="{7FB56280-E743-432B-AE61-A4348379B0A0}" type="presParOf" srcId="{5B0DA5E6-2408-4785-B578-004307285308}" destId="{6E7E81AE-56B8-430E-871D-714F0008F4A1}" srcOrd="3" destOrd="0" presId="urn:microsoft.com/office/officeart/2005/8/layout/orgChart1"/>
    <dgm:cxn modelId="{570117D6-FCDD-43AF-802F-73BC86EDCC7D}" type="presParOf" srcId="{6E7E81AE-56B8-430E-871D-714F0008F4A1}" destId="{1E65B8DE-DD00-4654-A2C5-5F99F54843FA}" srcOrd="0" destOrd="0" presId="urn:microsoft.com/office/officeart/2005/8/layout/orgChart1"/>
    <dgm:cxn modelId="{EF19B874-F018-45F8-A54D-7E343A652234}" type="presParOf" srcId="{1E65B8DE-DD00-4654-A2C5-5F99F54843FA}" destId="{94195195-C318-45A5-B8AF-BA69490DF435}" srcOrd="0" destOrd="0" presId="urn:microsoft.com/office/officeart/2005/8/layout/orgChart1"/>
    <dgm:cxn modelId="{08C8136D-3DCF-4182-950E-F0801A30A7B3}" type="presParOf" srcId="{1E65B8DE-DD00-4654-A2C5-5F99F54843FA}" destId="{B3B565F5-460A-4939-91D0-68468BB83F4F}" srcOrd="1" destOrd="0" presId="urn:microsoft.com/office/officeart/2005/8/layout/orgChart1"/>
    <dgm:cxn modelId="{D9AB6AAA-AA9B-4D75-A326-B650BD8CDD18}" type="presParOf" srcId="{6E7E81AE-56B8-430E-871D-714F0008F4A1}" destId="{3F9CB5CC-1945-4432-84EB-92F51404C13A}" srcOrd="1" destOrd="0" presId="urn:microsoft.com/office/officeart/2005/8/layout/orgChart1"/>
    <dgm:cxn modelId="{A32B8F92-AC3B-4BE9-92A5-BE21B047BFD5}" type="presParOf" srcId="{6E7E81AE-56B8-430E-871D-714F0008F4A1}" destId="{A401D3F2-BF9D-4827-B8DE-21264E2434DF}" srcOrd="2" destOrd="0" presId="urn:microsoft.com/office/officeart/2005/8/layout/orgChart1"/>
    <dgm:cxn modelId="{00DC987F-0CB3-4F87-A99B-3AA3F07CEE46}" type="presParOf" srcId="{5B0DA5E6-2408-4785-B578-004307285308}" destId="{7F15DB80-D612-4CC3-B496-C6C48DF0EB15}" srcOrd="4" destOrd="0" presId="urn:microsoft.com/office/officeart/2005/8/layout/orgChart1"/>
    <dgm:cxn modelId="{634251AE-2F1D-4CB1-B790-79D48F1C8EF9}" type="presParOf" srcId="{5B0DA5E6-2408-4785-B578-004307285308}" destId="{F8801E8C-2A1D-452F-A094-3B218E3E7DF3}" srcOrd="5" destOrd="0" presId="urn:microsoft.com/office/officeart/2005/8/layout/orgChart1"/>
    <dgm:cxn modelId="{32216C55-1DD5-48FB-885E-E0905A235897}" type="presParOf" srcId="{F8801E8C-2A1D-452F-A094-3B218E3E7DF3}" destId="{7BC4BB43-A941-4FA6-AC47-C4AE75D1528A}" srcOrd="0" destOrd="0" presId="urn:microsoft.com/office/officeart/2005/8/layout/orgChart1"/>
    <dgm:cxn modelId="{28591194-EBD2-4736-9E61-ADF5BAEBF8FE}" type="presParOf" srcId="{7BC4BB43-A941-4FA6-AC47-C4AE75D1528A}" destId="{125829FE-A25B-4FC5-A6D2-A1B2AB15F434}" srcOrd="0" destOrd="0" presId="urn:microsoft.com/office/officeart/2005/8/layout/orgChart1"/>
    <dgm:cxn modelId="{7896F44E-70D4-4AAE-A263-0AC0F7BFA2B5}" type="presParOf" srcId="{7BC4BB43-A941-4FA6-AC47-C4AE75D1528A}" destId="{D38EDFA5-4FE1-4FC5-AE0E-603C3CF48780}" srcOrd="1" destOrd="0" presId="urn:microsoft.com/office/officeart/2005/8/layout/orgChart1"/>
    <dgm:cxn modelId="{3D5CCDE2-B844-444A-A67A-EF52AE4AD197}" type="presParOf" srcId="{F8801E8C-2A1D-452F-A094-3B218E3E7DF3}" destId="{D03AFB23-742E-4FE5-B575-B4BEFFF3566A}" srcOrd="1" destOrd="0" presId="urn:microsoft.com/office/officeart/2005/8/layout/orgChart1"/>
    <dgm:cxn modelId="{1900C76E-9359-472A-ABF9-672B13EB20A9}" type="presParOf" srcId="{F8801E8C-2A1D-452F-A094-3B218E3E7DF3}" destId="{CCBD7CCA-795D-4009-A0D2-D91A5CDD201C}" srcOrd="2" destOrd="0" presId="urn:microsoft.com/office/officeart/2005/8/layout/orgChart1"/>
    <dgm:cxn modelId="{DE887EF9-3C92-434F-9755-5953519151E7}" type="presParOf" srcId="{5B0DA5E6-2408-4785-B578-004307285308}" destId="{47C69976-3448-4119-8E4B-CB5FF51F40EE}" srcOrd="6" destOrd="0" presId="urn:microsoft.com/office/officeart/2005/8/layout/orgChart1"/>
    <dgm:cxn modelId="{19CF7746-BD0D-4BD9-BE66-BE85931A8859}" type="presParOf" srcId="{5B0DA5E6-2408-4785-B578-004307285308}" destId="{1E0F4960-B3C5-4226-9EFB-61AE36E7BC98}" srcOrd="7" destOrd="0" presId="urn:microsoft.com/office/officeart/2005/8/layout/orgChart1"/>
    <dgm:cxn modelId="{31D9639D-7F6B-42FC-A595-261676D52779}" type="presParOf" srcId="{1E0F4960-B3C5-4226-9EFB-61AE36E7BC98}" destId="{A55E62AD-FCE5-433B-806A-C3871028A548}" srcOrd="0" destOrd="0" presId="urn:microsoft.com/office/officeart/2005/8/layout/orgChart1"/>
    <dgm:cxn modelId="{B40B9D79-1045-4CEC-A13B-7216B1B031CB}" type="presParOf" srcId="{A55E62AD-FCE5-433B-806A-C3871028A548}" destId="{2149B66B-D9AB-4EF8-83C2-AFE8B5AAD73B}" srcOrd="0" destOrd="0" presId="urn:microsoft.com/office/officeart/2005/8/layout/orgChart1"/>
    <dgm:cxn modelId="{C17E9147-ADFA-47F7-9EE0-6996AF46D4A1}" type="presParOf" srcId="{A55E62AD-FCE5-433B-806A-C3871028A548}" destId="{40724E5A-6D8F-46D3-8240-FF28D7686C19}" srcOrd="1" destOrd="0" presId="urn:microsoft.com/office/officeart/2005/8/layout/orgChart1"/>
    <dgm:cxn modelId="{98AAB03F-EE33-493F-94C0-9F006E7CDA2A}" type="presParOf" srcId="{1E0F4960-B3C5-4226-9EFB-61AE36E7BC98}" destId="{4DD816DD-5C57-401D-9F26-E8E5331A0A78}" srcOrd="1" destOrd="0" presId="urn:microsoft.com/office/officeart/2005/8/layout/orgChart1"/>
    <dgm:cxn modelId="{51AC24C4-E2F3-4E66-A674-9F692CCDB938}" type="presParOf" srcId="{1E0F4960-B3C5-4226-9EFB-61AE36E7BC98}" destId="{CF3FC9F3-2764-422B-B556-022E3CD1917C}" srcOrd="2" destOrd="0" presId="urn:microsoft.com/office/officeart/2005/8/layout/orgChart1"/>
    <dgm:cxn modelId="{DE2CCF63-B9F9-4078-88E8-7C5B859181A2}" type="presParOf" srcId="{5B0DA5E6-2408-4785-B578-004307285308}" destId="{257EC494-2335-4AAD-BD62-F2A2F059E962}" srcOrd="8" destOrd="0" presId="urn:microsoft.com/office/officeart/2005/8/layout/orgChart1"/>
    <dgm:cxn modelId="{04099DCA-9DA2-4F68-8506-45E820528DA9}" type="presParOf" srcId="{5B0DA5E6-2408-4785-B578-004307285308}" destId="{A4D0D998-9D8E-4E00-91F9-19F42D31AAE2}" srcOrd="9" destOrd="0" presId="urn:microsoft.com/office/officeart/2005/8/layout/orgChart1"/>
    <dgm:cxn modelId="{FE3852D1-E1A5-42DD-AD6F-6A386E9B3007}" type="presParOf" srcId="{A4D0D998-9D8E-4E00-91F9-19F42D31AAE2}" destId="{7D94DA4D-C7F8-4248-9EE5-380EF6FD4761}" srcOrd="0" destOrd="0" presId="urn:microsoft.com/office/officeart/2005/8/layout/orgChart1"/>
    <dgm:cxn modelId="{C86427AB-B4DB-4BF3-BCFF-3D18F4784381}" type="presParOf" srcId="{7D94DA4D-C7F8-4248-9EE5-380EF6FD4761}" destId="{D71C8EDB-E8A0-43C6-BA17-9B4DDF37659F}" srcOrd="0" destOrd="0" presId="urn:microsoft.com/office/officeart/2005/8/layout/orgChart1"/>
    <dgm:cxn modelId="{FEC915E8-BDFF-4681-B30D-C10D78C3A874}" type="presParOf" srcId="{7D94DA4D-C7F8-4248-9EE5-380EF6FD4761}" destId="{C7076FB6-687D-45A7-95F2-9B759B6317DC}" srcOrd="1" destOrd="0" presId="urn:microsoft.com/office/officeart/2005/8/layout/orgChart1"/>
    <dgm:cxn modelId="{00CF23BA-F9CF-4F7C-89FB-E133EB8899BA}" type="presParOf" srcId="{A4D0D998-9D8E-4E00-91F9-19F42D31AAE2}" destId="{9A34F755-7352-4C19-9844-C8ADA372BDAE}" srcOrd="1" destOrd="0" presId="urn:microsoft.com/office/officeart/2005/8/layout/orgChart1"/>
    <dgm:cxn modelId="{449ED396-B29E-4E9A-9824-FE22D25C22CF}" type="presParOf" srcId="{A4D0D998-9D8E-4E00-91F9-19F42D31AAE2}" destId="{D8BD1CB7-EF85-4934-B1D7-82590C36B960}" srcOrd="2" destOrd="0" presId="urn:microsoft.com/office/officeart/2005/8/layout/orgChart1"/>
    <dgm:cxn modelId="{1F180A40-0CB1-4740-8FCA-FF7D27CEECD0}" type="presParOf" srcId="{90B6F49C-5253-4F28-8A6E-07032B62C4ED}" destId="{4406F680-9720-4D27-9D08-E3133267A79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EC494-2335-4AAD-BD62-F2A2F059E962}">
      <dsp:nvSpPr>
        <dsp:cNvPr id="0" name=""/>
        <dsp:cNvSpPr/>
      </dsp:nvSpPr>
      <dsp:spPr>
        <a:xfrm>
          <a:off x="5952930" y="1745433"/>
          <a:ext cx="4932749" cy="4280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024"/>
              </a:lnTo>
              <a:lnTo>
                <a:pt x="4932749" y="214024"/>
              </a:lnTo>
              <a:lnTo>
                <a:pt x="4932749" y="42804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C69976-3448-4119-8E4B-CB5FF51F40EE}">
      <dsp:nvSpPr>
        <dsp:cNvPr id="0" name=""/>
        <dsp:cNvSpPr/>
      </dsp:nvSpPr>
      <dsp:spPr>
        <a:xfrm>
          <a:off x="5952930" y="1745433"/>
          <a:ext cx="2466374" cy="4280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024"/>
              </a:lnTo>
              <a:lnTo>
                <a:pt x="2466374" y="214024"/>
              </a:lnTo>
              <a:lnTo>
                <a:pt x="2466374" y="42804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15DB80-D612-4CC3-B496-C6C48DF0EB15}">
      <dsp:nvSpPr>
        <dsp:cNvPr id="0" name=""/>
        <dsp:cNvSpPr/>
      </dsp:nvSpPr>
      <dsp:spPr>
        <a:xfrm>
          <a:off x="5907210" y="1745433"/>
          <a:ext cx="91440" cy="4280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804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933C7C-5283-42FB-AF55-E4697B1C1305}">
      <dsp:nvSpPr>
        <dsp:cNvPr id="0" name=""/>
        <dsp:cNvSpPr/>
      </dsp:nvSpPr>
      <dsp:spPr>
        <a:xfrm>
          <a:off x="3486555" y="1745433"/>
          <a:ext cx="2466374" cy="428048"/>
        </a:xfrm>
        <a:custGeom>
          <a:avLst/>
          <a:gdLst/>
          <a:ahLst/>
          <a:cxnLst/>
          <a:rect l="0" t="0" r="0" b="0"/>
          <a:pathLst>
            <a:path>
              <a:moveTo>
                <a:pt x="2466374" y="0"/>
              </a:moveTo>
              <a:lnTo>
                <a:pt x="2466374" y="214024"/>
              </a:lnTo>
              <a:lnTo>
                <a:pt x="0" y="214024"/>
              </a:lnTo>
              <a:lnTo>
                <a:pt x="0" y="42804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810B54-C9AD-4DF4-BF9F-97BDB5BE7A74}">
      <dsp:nvSpPr>
        <dsp:cNvPr id="0" name=""/>
        <dsp:cNvSpPr/>
      </dsp:nvSpPr>
      <dsp:spPr>
        <a:xfrm>
          <a:off x="1020180" y="1745433"/>
          <a:ext cx="4932749" cy="428048"/>
        </a:xfrm>
        <a:custGeom>
          <a:avLst/>
          <a:gdLst/>
          <a:ahLst/>
          <a:cxnLst/>
          <a:rect l="0" t="0" r="0" b="0"/>
          <a:pathLst>
            <a:path>
              <a:moveTo>
                <a:pt x="4932749" y="0"/>
              </a:moveTo>
              <a:lnTo>
                <a:pt x="4932749" y="214024"/>
              </a:lnTo>
              <a:lnTo>
                <a:pt x="0" y="214024"/>
              </a:lnTo>
              <a:lnTo>
                <a:pt x="0" y="42804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AD02E-2EB2-4CD9-B97C-BA4DDB67BB12}">
      <dsp:nvSpPr>
        <dsp:cNvPr id="0" name=""/>
        <dsp:cNvSpPr/>
      </dsp:nvSpPr>
      <dsp:spPr>
        <a:xfrm>
          <a:off x="292763" y="688571"/>
          <a:ext cx="11320334" cy="1056862"/>
        </a:xfrm>
        <a:prstGeom prst="rect">
          <a:avLst/>
        </a:prstGeom>
        <a:solidFill>
          <a:schemeClr val="accent2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latin typeface="Algerian" panose="04020705040A02060702" pitchFamily="82" charset="0"/>
            </a:rPr>
            <a:t>Smart Engineering Campus Resource Optimizer (SECRO)</a:t>
          </a:r>
          <a:r>
            <a:rPr lang="en-US" sz="4400" b="1" kern="1200" dirty="0">
              <a:latin typeface="Algerian" panose="04020705040A02060702" pitchFamily="82" charset="0"/>
            </a:rPr>
            <a:t> : </a:t>
          </a:r>
          <a:endParaRPr lang="en-US" sz="4400" kern="1200" dirty="0">
            <a:latin typeface="Algerian" panose="04020705040A02060702" pitchFamily="82" charset="0"/>
          </a:endParaRPr>
        </a:p>
      </dsp:txBody>
      <dsp:txXfrm>
        <a:off x="292763" y="688571"/>
        <a:ext cx="11320334" cy="1056862"/>
      </dsp:txXfrm>
    </dsp:sp>
    <dsp:sp modelId="{6B4096FB-94BA-4DDC-BDD5-74CD91491AE3}">
      <dsp:nvSpPr>
        <dsp:cNvPr id="0" name=""/>
        <dsp:cNvSpPr/>
      </dsp:nvSpPr>
      <dsp:spPr>
        <a:xfrm>
          <a:off x="1017" y="2173481"/>
          <a:ext cx="2038326" cy="2418657"/>
        </a:xfrm>
        <a:prstGeom prst="rect">
          <a:avLst/>
        </a:prstGeom>
        <a:solidFill>
          <a:schemeClr val="accent6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Smart Classroom Allocation</a:t>
          </a:r>
        </a:p>
      </dsp:txBody>
      <dsp:txXfrm>
        <a:off x="1017" y="2173481"/>
        <a:ext cx="2038326" cy="2418657"/>
      </dsp:txXfrm>
    </dsp:sp>
    <dsp:sp modelId="{94195195-C318-45A5-B8AF-BA69490DF435}">
      <dsp:nvSpPr>
        <dsp:cNvPr id="0" name=""/>
        <dsp:cNvSpPr/>
      </dsp:nvSpPr>
      <dsp:spPr>
        <a:xfrm>
          <a:off x="2467392" y="2173481"/>
          <a:ext cx="2038326" cy="2451902"/>
        </a:xfrm>
        <a:prstGeom prst="rect">
          <a:avLst/>
        </a:prstGeom>
        <a:solidFill>
          <a:schemeClr val="accent5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Faculty Timetable Conflict Detector</a:t>
          </a:r>
        </a:p>
      </dsp:txBody>
      <dsp:txXfrm>
        <a:off x="2467392" y="2173481"/>
        <a:ext cx="2038326" cy="2451902"/>
      </dsp:txXfrm>
    </dsp:sp>
    <dsp:sp modelId="{125829FE-A25B-4FC5-A6D2-A1B2AB15F434}">
      <dsp:nvSpPr>
        <dsp:cNvPr id="0" name=""/>
        <dsp:cNvSpPr/>
      </dsp:nvSpPr>
      <dsp:spPr>
        <a:xfrm>
          <a:off x="4933767" y="2173481"/>
          <a:ext cx="2038326" cy="2680327"/>
        </a:xfrm>
        <a:prstGeom prst="rect">
          <a:avLst/>
        </a:prstGeom>
        <a:solidFill>
          <a:schemeClr val="dk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Lab Equipment Utilization Tracker</a:t>
          </a:r>
        </a:p>
      </dsp:txBody>
      <dsp:txXfrm>
        <a:off x="4933767" y="2173481"/>
        <a:ext cx="2038326" cy="2680327"/>
      </dsp:txXfrm>
    </dsp:sp>
    <dsp:sp modelId="{2149B66B-D9AB-4EF8-83C2-AFE8B5AAD73B}">
      <dsp:nvSpPr>
        <dsp:cNvPr id="0" name=""/>
        <dsp:cNvSpPr/>
      </dsp:nvSpPr>
      <dsp:spPr>
        <a:xfrm>
          <a:off x="7400142" y="2173481"/>
          <a:ext cx="2038326" cy="2518393"/>
        </a:xfrm>
        <a:prstGeom prst="rect">
          <a:avLst/>
        </a:prstGeom>
        <a:solidFill>
          <a:schemeClr val="accent1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Smart Attendance Pattern Analyzer</a:t>
          </a:r>
        </a:p>
      </dsp:txBody>
      <dsp:txXfrm>
        <a:off x="7400142" y="2173481"/>
        <a:ext cx="2038326" cy="2518393"/>
      </dsp:txXfrm>
    </dsp:sp>
    <dsp:sp modelId="{D71C8EDB-E8A0-43C6-BA17-9B4DDF37659F}">
      <dsp:nvSpPr>
        <dsp:cNvPr id="0" name=""/>
        <dsp:cNvSpPr/>
      </dsp:nvSpPr>
      <dsp:spPr>
        <a:xfrm>
          <a:off x="9866517" y="2173481"/>
          <a:ext cx="2038326" cy="2518393"/>
        </a:xfrm>
        <a:prstGeom prst="rect">
          <a:avLst/>
        </a:prstGeom>
        <a:solidFill>
          <a:schemeClr val="accent3">
            <a:alpha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Energy Saving Classroom Suggestion</a:t>
          </a:r>
        </a:p>
      </dsp:txBody>
      <dsp:txXfrm>
        <a:off x="9866517" y="2173481"/>
        <a:ext cx="2038326" cy="2518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0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80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3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5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24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4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2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52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4637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59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3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40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20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9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Beach, Landscape, Mountain, Nature, Rainbow, Sand, Sea, Vegetation, Water -  Rare Gallery, HD wallpaper | Peakpx">
            <a:extLst>
              <a:ext uri="{FF2B5EF4-FFF2-40B4-BE49-F238E27FC236}">
                <a16:creationId xmlns:a16="http://schemas.microsoft.com/office/drawing/2014/main" id="{A5A07FFF-D3AA-B72F-5ADC-49645A80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623"/>
            <a:ext cx="12192000" cy="687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4" name="Title 1">
            <a:extLst>
              <a:ext uri="{FF2B5EF4-FFF2-40B4-BE49-F238E27FC236}">
                <a16:creationId xmlns:a16="http://schemas.microsoft.com/office/drawing/2014/main" id="{48C4A91A-379B-222A-868A-96D23759E3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41984" y="83977"/>
            <a:ext cx="8229600" cy="1436913"/>
          </a:xfr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>
                <a:solidFill>
                  <a:schemeClr val="bg1"/>
                </a:solidFill>
              </a:rPr>
              <a:t>Orientation of  Our Project</a:t>
            </a:r>
            <a:br>
              <a:rPr lang="en-US" altLang="en-US" dirty="0"/>
            </a:br>
            <a:endParaRPr lang="en-US" alt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24A186C-8A7F-1A59-3383-A1F98D3E62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576169"/>
              </p:ext>
            </p:extLst>
          </p:nvPr>
        </p:nvGraphicFramePr>
        <p:xfrm>
          <a:off x="102637" y="1231641"/>
          <a:ext cx="11905861" cy="5542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37DC5EE-BD40-D94F-CDFE-E3BF2AD12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Smart Classroom Allocation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52D1CF2F-DFEA-DA29-DAE8-CE79D18DAF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Automatically gives the </a:t>
            </a:r>
            <a:r>
              <a:rPr lang="en-US" altLang="en-US" b="1" dirty="0"/>
              <a:t>best classroom</a:t>
            </a:r>
            <a:r>
              <a:rPr lang="en-US" altLang="en-US" dirty="0"/>
              <a:t> based on number of students and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13E00F59-9AAB-7CA3-7F50-7802BBDE0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Faculty Timetable Conflict Detector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69035269-4312-2E31-6900-DB7381CFC7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Checks if a </a:t>
            </a:r>
            <a:r>
              <a:rPr lang="en-US" altLang="en-US" b="1"/>
              <a:t>teacher has two classes at the same time</a:t>
            </a:r>
            <a:r>
              <a:rPr lang="en-US" altLang="en-US"/>
              <a:t> and shows an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C5B254FC-513D-AC51-7052-96D5447D7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Lab Equipment Utilization Tracker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B89F7E64-921C-4EB0-3347-C4D63F13FF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Tracks how much </a:t>
            </a:r>
            <a:r>
              <a:rPr lang="en-US" altLang="en-US" b="1"/>
              <a:t>lab equipment is used</a:t>
            </a:r>
            <a:r>
              <a:rPr lang="en-US" altLang="en-US"/>
              <a:t> and finds which lab is overused or unused.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41AB91E-855C-D5B5-9A04-24BD61BF9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Smart Attendance Pattern Analyzer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BC80981C-B5A1-0429-623D-693DC2A591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Checks attendance and tells if it is </a:t>
            </a:r>
            <a:r>
              <a:rPr lang="en-US" altLang="en-US" b="1"/>
              <a:t>going down or risky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963B2B24-E913-1DA9-6A31-AABFBAC74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Energy Saving Classroom Suggestion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BBBFAEB5-FC2D-8589-8E80-3E53F53B1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Suggests using </a:t>
            </a:r>
            <a:r>
              <a:rPr lang="en-US" altLang="en-US" b="1"/>
              <a:t>fewer classrooms</a:t>
            </a:r>
            <a:r>
              <a:rPr lang="en-US" altLang="en-US"/>
              <a:t> to </a:t>
            </a:r>
            <a:r>
              <a:rPr lang="en-US" altLang="en-US" b="1"/>
              <a:t>save electricity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9C0F8-40D4-E8E7-86D4-3FD1EA0F2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Flow of 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7C727-9C04-3457-3CA6-008911B52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 → Data Collection → Design → UI → Coding → Integration → Testing → Improvement → Documentation → Presentation → Final Demo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3136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222D-DEB2-1E66-E32B-2CCD7012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Problem Understanding &amp;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7A2DD-2044-A0CE-CEAD-95D7CE344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Role:</a:t>
            </a:r>
            <a:r>
              <a:rPr lang="en-US" dirty="0"/>
              <a:t> Project Manager + Online Researcher</a:t>
            </a:r>
          </a:p>
          <a:p>
            <a:r>
              <a:rPr lang="en-US" dirty="0"/>
              <a:t>Understand problem: poor classroom/lab/faculty management</a:t>
            </a:r>
          </a:p>
          <a:p>
            <a:r>
              <a:rPr lang="en-US" dirty="0"/>
              <a:t>Define project objective</a:t>
            </a:r>
          </a:p>
          <a:p>
            <a:r>
              <a:rPr lang="en-US" dirty="0"/>
              <a:t>Research how real systems work</a:t>
            </a:r>
          </a:p>
          <a:p>
            <a:r>
              <a:rPr lang="en-US" dirty="0"/>
              <a:t>Finalize features (allocation, conflict detection,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37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3B0-B5FB-03BF-213F-CFAF9D5C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Requirement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6308-E23C-B7AA-127D-CB7104B31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Role:</a:t>
            </a:r>
            <a:r>
              <a:rPr lang="en-US" dirty="0"/>
              <a:t> Data Manager + Online Researcher</a:t>
            </a:r>
          </a:p>
          <a:p>
            <a:r>
              <a:rPr lang="en-US" dirty="0"/>
              <a:t>Collect data like:</a:t>
            </a:r>
          </a:p>
          <a:p>
            <a:pPr lvl="1"/>
            <a:r>
              <a:rPr lang="en-US" dirty="0"/>
              <a:t>classrooms (capacity, type)</a:t>
            </a:r>
          </a:p>
          <a:p>
            <a:pPr lvl="1"/>
            <a:r>
              <a:rPr lang="en-US" dirty="0"/>
              <a:t>faculty (subjects, time slots)</a:t>
            </a:r>
          </a:p>
          <a:p>
            <a:pPr lvl="1"/>
            <a:r>
              <a:rPr lang="en-US" dirty="0"/>
              <a:t>student strength</a:t>
            </a:r>
          </a:p>
          <a:p>
            <a:r>
              <a:rPr lang="en-US" dirty="0"/>
              <a:t>Prepare sample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07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A7D7-B173-7BB2-3D7B-ABBC72499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System Design (Structure Planning)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54E66-BDD3-F394-2FE1-9F3BF79A3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Role:</a:t>
            </a:r>
            <a:r>
              <a:rPr lang="en-US" dirty="0"/>
              <a:t> Algorithm Designer + Java Developer</a:t>
            </a:r>
          </a:p>
          <a:p>
            <a:r>
              <a:rPr lang="en-US" dirty="0"/>
              <a:t>Design:</a:t>
            </a:r>
          </a:p>
          <a:p>
            <a:pPr lvl="1"/>
            <a:r>
              <a:rPr lang="en-US" dirty="0"/>
              <a:t>flowcharts</a:t>
            </a:r>
          </a:p>
          <a:p>
            <a:pPr lvl="1"/>
            <a:r>
              <a:rPr lang="en-US" dirty="0"/>
              <a:t>pseudocode</a:t>
            </a:r>
          </a:p>
          <a:p>
            <a:r>
              <a:rPr lang="en-US" dirty="0"/>
              <a:t>Decide classes:</a:t>
            </a:r>
          </a:p>
          <a:p>
            <a:pPr lvl="1"/>
            <a:r>
              <a:rPr lang="en-US" dirty="0"/>
              <a:t>Student, Faculty, Classroom, Timetable</a:t>
            </a:r>
          </a:p>
          <a:p>
            <a:r>
              <a:rPr lang="en-US" dirty="0"/>
              <a:t>Plan logic for:</a:t>
            </a:r>
          </a:p>
          <a:p>
            <a:pPr lvl="1"/>
            <a:r>
              <a:rPr lang="en-US" dirty="0"/>
              <a:t>allocation</a:t>
            </a:r>
          </a:p>
          <a:p>
            <a:pPr lvl="1"/>
            <a:r>
              <a:rPr lang="en-US" dirty="0"/>
              <a:t>conflict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98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9FD3-F56D-E772-18E2-0B8C09ACA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UI / Output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7B90E-F3B5-1E9B-9682-436A40466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Role:</a:t>
            </a:r>
            <a:r>
              <a:rPr lang="en-US" dirty="0"/>
              <a:t> UI Designer</a:t>
            </a:r>
          </a:p>
          <a:p>
            <a:r>
              <a:rPr lang="en-US" dirty="0"/>
              <a:t>Design menu system</a:t>
            </a:r>
          </a:p>
          <a:p>
            <a:r>
              <a:rPr lang="en-US" dirty="0"/>
              <a:t>Plan output format (clear and readable)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timetable output</a:t>
            </a:r>
          </a:p>
          <a:p>
            <a:pPr lvl="1"/>
            <a:r>
              <a:rPr lang="en-US" dirty="0"/>
              <a:t>conflict messages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44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BEEB-8908-9799-E29B-CF48E9EA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Coding Phase (Main Development)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91DFA-FA25-C4E8-408F-64B1770E4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Role:</a:t>
            </a:r>
            <a:r>
              <a:rPr lang="en-US" dirty="0"/>
              <a:t> Java Developers + Algorithm Designer</a:t>
            </a:r>
          </a:p>
          <a:p>
            <a:r>
              <a:rPr lang="en-US" b="1" dirty="0"/>
              <a:t>Step-by-step coding:</a:t>
            </a:r>
          </a:p>
          <a:p>
            <a:r>
              <a:rPr lang="en-US" dirty="0"/>
              <a:t>Create classes (OOP)</a:t>
            </a:r>
          </a:p>
          <a:p>
            <a:r>
              <a:rPr lang="en-US" dirty="0"/>
              <a:t>Write menu using switch</a:t>
            </a:r>
          </a:p>
          <a:p>
            <a:r>
              <a:rPr lang="en-US" dirty="0"/>
              <a:t>Implement features:</a:t>
            </a:r>
          </a:p>
          <a:p>
            <a:pPr lvl="1"/>
            <a:r>
              <a:rPr lang="en-US" dirty="0"/>
              <a:t>Classroom Allocation</a:t>
            </a:r>
          </a:p>
          <a:p>
            <a:pPr lvl="1"/>
            <a:r>
              <a:rPr lang="en-US" dirty="0"/>
              <a:t>Conflict Detection</a:t>
            </a:r>
          </a:p>
          <a:p>
            <a:pPr lvl="1"/>
            <a:r>
              <a:rPr lang="en-US" dirty="0"/>
              <a:t>Lab Tracking</a:t>
            </a:r>
          </a:p>
          <a:p>
            <a:pPr lvl="1"/>
            <a:r>
              <a:rPr lang="en-US" dirty="0"/>
              <a:t>Attendance Analysis</a:t>
            </a:r>
          </a:p>
          <a:p>
            <a:pPr lvl="1"/>
            <a:r>
              <a:rPr lang="en-US" dirty="0"/>
              <a:t>Optimization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225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DFDA-8DF7-E87B-0753-02E05A8BF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Integration of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4B2E9-7E72-8467-B99B-6E16465E0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Role:</a:t>
            </a:r>
            <a:r>
              <a:rPr lang="en-US" dirty="0"/>
              <a:t> Project Manager + Java Developers</a:t>
            </a:r>
          </a:p>
          <a:p>
            <a:r>
              <a:rPr lang="en-US" dirty="0"/>
              <a:t>Combine all features into one program</a:t>
            </a:r>
          </a:p>
          <a:p>
            <a:r>
              <a:rPr lang="en-US" dirty="0"/>
              <a:t>Ensure all modules work together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420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AC2C-6FD7-8CA5-3A03-D9CD95E8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Testing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B60E7-A647-ED54-8BBB-D014F7A6A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Role:</a:t>
            </a:r>
            <a:r>
              <a:rPr lang="en-US" dirty="0"/>
              <a:t> Tester</a:t>
            </a:r>
          </a:p>
          <a:p>
            <a:r>
              <a:rPr lang="en-US" dirty="0"/>
              <a:t>Test all functions:</a:t>
            </a:r>
          </a:p>
          <a:p>
            <a:pPr lvl="1"/>
            <a:r>
              <a:rPr lang="en-US" dirty="0"/>
              <a:t>correct inputs</a:t>
            </a:r>
          </a:p>
          <a:p>
            <a:pPr lvl="1"/>
            <a:r>
              <a:rPr lang="en-US" dirty="0"/>
              <a:t>wrong inputs</a:t>
            </a:r>
          </a:p>
          <a:p>
            <a:pPr lvl="1"/>
            <a:r>
              <a:rPr lang="en-US" dirty="0"/>
              <a:t>edge cases</a:t>
            </a:r>
          </a:p>
          <a:p>
            <a:r>
              <a:rPr lang="en-US" dirty="0"/>
              <a:t>Find bugs and report</a:t>
            </a:r>
          </a:p>
          <a:p>
            <a:r>
              <a:rPr lang="en-US" dirty="0"/>
              <a:t>Developers fix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713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ED69-1117-D2DF-0DF6-8F252CC9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8. Optimization &amp;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DF9F3-764B-DF4F-5778-34EBBE45C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Role:</a:t>
            </a:r>
            <a:r>
              <a:rPr lang="en-US" dirty="0"/>
              <a:t> Algorithm Designer + Developers</a:t>
            </a:r>
          </a:p>
          <a:p>
            <a:r>
              <a:rPr lang="en-US" dirty="0"/>
              <a:t>Improve efficiency</a:t>
            </a:r>
          </a:p>
          <a:p>
            <a:r>
              <a:rPr lang="en-US" dirty="0"/>
              <a:t>Reduce errors</a:t>
            </a:r>
          </a:p>
          <a:p>
            <a:r>
              <a:rPr lang="en-US" dirty="0"/>
              <a:t>Optimize logic (better allocation, faster execution)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90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C6F3-0144-60E1-E856-9D22D67B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9.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E27D-6FAA-2128-2BFA-5BB024197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Role:</a:t>
            </a:r>
            <a:r>
              <a:rPr lang="en-US" dirty="0"/>
              <a:t> Documentation Writer</a:t>
            </a:r>
          </a:p>
          <a:p>
            <a:r>
              <a:rPr lang="en-US" dirty="0"/>
              <a:t>Write report:</a:t>
            </a:r>
          </a:p>
          <a:p>
            <a:pPr lvl="1"/>
            <a:r>
              <a:rPr lang="en-US" dirty="0"/>
              <a:t>introduction</a:t>
            </a:r>
          </a:p>
          <a:p>
            <a:pPr lvl="1"/>
            <a:r>
              <a:rPr lang="en-US" dirty="0"/>
              <a:t>working</a:t>
            </a:r>
          </a:p>
          <a:p>
            <a:pPr lvl="1"/>
            <a:r>
              <a:rPr lang="en-US" dirty="0"/>
              <a:t>algorithms</a:t>
            </a:r>
          </a:p>
          <a:p>
            <a:pPr lvl="1"/>
            <a:r>
              <a:rPr lang="en-US" dirty="0"/>
              <a:t>outputs</a:t>
            </a:r>
          </a:p>
          <a:p>
            <a:r>
              <a:rPr lang="en-US" dirty="0"/>
              <a:t>Add diagrams and explanation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627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2AAF-D705-780E-17F2-061A95B2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Presentation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887CF-36F8-E7F6-BFCB-D61F1174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Role:</a:t>
            </a:r>
            <a:r>
              <a:rPr lang="en-US" dirty="0"/>
              <a:t> Presentation Designer</a:t>
            </a:r>
          </a:p>
          <a:p>
            <a:r>
              <a:rPr lang="en-US" dirty="0"/>
              <a:t>Create PPT</a:t>
            </a:r>
          </a:p>
          <a:p>
            <a:r>
              <a:rPr lang="en-US" dirty="0"/>
              <a:t>Add:</a:t>
            </a:r>
          </a:p>
          <a:p>
            <a:pPr lvl="1"/>
            <a:r>
              <a:rPr lang="en-US" dirty="0"/>
              <a:t>problem</a:t>
            </a:r>
          </a:p>
          <a:p>
            <a:pPr lvl="1"/>
            <a:r>
              <a:rPr lang="en-US" dirty="0"/>
              <a:t>solution</a:t>
            </a:r>
          </a:p>
          <a:p>
            <a:pPr lvl="1"/>
            <a:r>
              <a:rPr lang="en-US" dirty="0"/>
              <a:t>features</a:t>
            </a:r>
          </a:p>
          <a:p>
            <a:pPr lvl="1"/>
            <a:r>
              <a:rPr lang="en-US" dirty="0"/>
              <a:t>screenshots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495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8870-45A6-D472-2FAD-B8896275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11. Final Execution /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17AE3-F29B-B112-7E4E-A32A6400C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Role:</a:t>
            </a:r>
            <a:r>
              <a:rPr lang="en-US" dirty="0"/>
              <a:t> All Team Members</a:t>
            </a:r>
          </a:p>
          <a:p>
            <a:r>
              <a:rPr lang="en-US" dirty="0"/>
              <a:t>During demo:</a:t>
            </a:r>
          </a:p>
          <a:p>
            <a:r>
              <a:rPr lang="en-US" dirty="0"/>
              <a:t>Run Java program</a:t>
            </a:r>
          </a:p>
          <a:p>
            <a:r>
              <a:rPr lang="en-US" dirty="0"/>
              <a:t>Show:</a:t>
            </a:r>
          </a:p>
          <a:p>
            <a:pPr lvl="1"/>
            <a:r>
              <a:rPr lang="en-US" dirty="0"/>
              <a:t>classroom allocation</a:t>
            </a:r>
          </a:p>
          <a:p>
            <a:pPr lvl="1"/>
            <a:r>
              <a:rPr lang="en-US" dirty="0"/>
              <a:t>conflict detection</a:t>
            </a:r>
          </a:p>
          <a:p>
            <a:pPr lvl="1"/>
            <a:r>
              <a:rPr lang="en-US" dirty="0"/>
              <a:t>reports</a:t>
            </a:r>
          </a:p>
          <a:p>
            <a:r>
              <a:rPr lang="en-US" dirty="0"/>
              <a:t>Explain working clearly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363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48</TotalTime>
  <Words>456</Words>
  <Application>Microsoft Office PowerPoint</Application>
  <PresentationFormat>Widescreen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Algerian</vt:lpstr>
      <vt:lpstr>Arial</vt:lpstr>
      <vt:lpstr>Tw Cen MT</vt:lpstr>
      <vt:lpstr>Circuit</vt:lpstr>
      <vt:lpstr>     Orientation of  Our Project </vt:lpstr>
      <vt:lpstr>Smart Classroom Allocation</vt:lpstr>
      <vt:lpstr>Faculty Timetable Conflict Detector</vt:lpstr>
      <vt:lpstr>Lab Equipment Utilization Tracker</vt:lpstr>
      <vt:lpstr>Smart Attendance Pattern Analyzer</vt:lpstr>
      <vt:lpstr>Energy Saving Classroom Suggestion</vt:lpstr>
      <vt:lpstr>Flow of Our Project</vt:lpstr>
      <vt:lpstr>1. Problem Understanding &amp; Planning</vt:lpstr>
      <vt:lpstr>2. Requirement Collection</vt:lpstr>
      <vt:lpstr>3. System Design (Structure Planning)</vt:lpstr>
      <vt:lpstr>4. UI / Output Design</vt:lpstr>
      <vt:lpstr>5. Coding Phase (Main Development) </vt:lpstr>
      <vt:lpstr>6. Integration of Modules</vt:lpstr>
      <vt:lpstr>7. Testing Phase</vt:lpstr>
      <vt:lpstr>8. Optimization &amp; Improvement</vt:lpstr>
      <vt:lpstr>9. Documentation</vt:lpstr>
      <vt:lpstr>Presentation Preparation</vt:lpstr>
      <vt:lpstr>11. Final Execution /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Vaibhav Dnyaneshwar Abhange</cp:lastModifiedBy>
  <cp:revision>2</cp:revision>
  <dcterms:created xsi:type="dcterms:W3CDTF">2025-07-23T00:59:00Z</dcterms:created>
  <dcterms:modified xsi:type="dcterms:W3CDTF">2026-03-20T15:59:27Z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