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576378-687B-407B-BC64-F296B4D9C476}" v="32" dt="2026-03-13T17:47:45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nyaneshwar Abhange" userId="784a7cf182c92a5a" providerId="LiveId" clId="{7E67D044-61AC-4FE2-8303-7B4163D608DC}"/>
    <pc:docChg chg="custSel addSld delSld modSld">
      <pc:chgData name="Vaibhav Dnyaneshwar Abhange" userId="784a7cf182c92a5a" providerId="LiveId" clId="{7E67D044-61AC-4FE2-8303-7B4163D608DC}" dt="2026-03-14T03:32:59.368" v="146" actId="47"/>
      <pc:docMkLst>
        <pc:docMk/>
      </pc:docMkLst>
      <pc:sldChg chg="addSp delSp modSp mod">
        <pc:chgData name="Vaibhav Dnyaneshwar Abhange" userId="784a7cf182c92a5a" providerId="LiveId" clId="{7E67D044-61AC-4FE2-8303-7B4163D608DC}" dt="2026-03-13T16:31:53.783" v="137" actId="14100"/>
        <pc:sldMkLst>
          <pc:docMk/>
          <pc:sldMk cId="0" sldId="256"/>
        </pc:sldMkLst>
        <pc:spChg chg="del mod">
          <ac:chgData name="Vaibhav Dnyaneshwar Abhange" userId="784a7cf182c92a5a" providerId="LiveId" clId="{7E67D044-61AC-4FE2-8303-7B4163D608DC}" dt="2026-03-13T14:15:26.438" v="124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Vaibhav Dnyaneshwar Abhange" userId="784a7cf182c92a5a" providerId="LiveId" clId="{7E67D044-61AC-4FE2-8303-7B4163D608DC}" dt="2026-03-13T14:15:33.713" v="125" actId="478"/>
          <ac:spMkLst>
            <pc:docMk/>
            <pc:sldMk cId="0" sldId="256"/>
            <ac:spMk id="3" creationId="{00000000-0000-0000-0000-000000000000}"/>
          </ac:spMkLst>
        </pc:spChg>
        <pc:spChg chg="add">
          <ac:chgData name="Vaibhav Dnyaneshwar Abhange" userId="784a7cf182c92a5a" providerId="LiveId" clId="{7E67D044-61AC-4FE2-8303-7B4163D608DC}" dt="2026-03-13T14:13:40.952" v="118"/>
          <ac:spMkLst>
            <pc:docMk/>
            <pc:sldMk cId="0" sldId="256"/>
            <ac:spMk id="4" creationId="{7767CE08-A687-146F-4D45-3707DC1FE77B}"/>
          </ac:spMkLst>
        </pc:spChg>
        <pc:spChg chg="add mod">
          <ac:chgData name="Vaibhav Dnyaneshwar Abhange" userId="784a7cf182c92a5a" providerId="LiveId" clId="{7E67D044-61AC-4FE2-8303-7B4163D608DC}" dt="2026-03-13T14:13:52.392" v="119"/>
          <ac:spMkLst>
            <pc:docMk/>
            <pc:sldMk cId="0" sldId="256"/>
            <ac:spMk id="5" creationId="{C93F5C1C-4331-FDA9-E42D-83365297B20B}"/>
          </ac:spMkLst>
        </pc:spChg>
        <pc:picChg chg="add mod ord">
          <ac:chgData name="Vaibhav Dnyaneshwar Abhange" userId="784a7cf182c92a5a" providerId="LiveId" clId="{7E67D044-61AC-4FE2-8303-7B4163D608DC}" dt="2026-03-13T16:31:53.783" v="137" actId="14100"/>
          <ac:picMkLst>
            <pc:docMk/>
            <pc:sldMk cId="0" sldId="256"/>
            <ac:picMk id="7" creationId="{AAE7C73B-D60B-6ADF-2670-5DDC9A81515F}"/>
          </ac:picMkLst>
        </pc:picChg>
        <pc:picChg chg="add del mod">
          <ac:chgData name="Vaibhav Dnyaneshwar Abhange" userId="784a7cf182c92a5a" providerId="LiveId" clId="{7E67D044-61AC-4FE2-8303-7B4163D608DC}" dt="2026-03-13T14:03:58.058" v="117" actId="478"/>
          <ac:picMkLst>
            <pc:docMk/>
            <pc:sldMk cId="0" sldId="256"/>
            <ac:picMk id="1026" creationId="{B4FD3107-C2CD-1D7D-CF3E-808ACF98C0F2}"/>
          </ac:picMkLst>
        </pc:picChg>
      </pc:sldChg>
      <pc:sldChg chg="addSp delSp modSp new mod">
        <pc:chgData name="Vaibhav Dnyaneshwar Abhange" userId="784a7cf182c92a5a" providerId="LiveId" clId="{7E67D044-61AC-4FE2-8303-7B4163D608DC}" dt="2026-03-13T17:48:08.217" v="144" actId="2711"/>
        <pc:sldMkLst>
          <pc:docMk/>
          <pc:sldMk cId="2115281189" sldId="257"/>
        </pc:sldMkLst>
        <pc:spChg chg="mod">
          <ac:chgData name="Vaibhav Dnyaneshwar Abhange" userId="784a7cf182c92a5a" providerId="LiveId" clId="{7E67D044-61AC-4FE2-8303-7B4163D608DC}" dt="2026-03-13T13:34:53.784" v="61" actId="2711"/>
          <ac:spMkLst>
            <pc:docMk/>
            <pc:sldMk cId="2115281189" sldId="257"/>
            <ac:spMk id="2" creationId="{742A3EC0-237D-824A-CA25-1CF1C669A27A}"/>
          </ac:spMkLst>
        </pc:spChg>
        <pc:spChg chg="del">
          <ac:chgData name="Vaibhav Dnyaneshwar Abhange" userId="784a7cf182c92a5a" providerId="LiveId" clId="{7E67D044-61AC-4FE2-8303-7B4163D608DC}" dt="2026-03-13T13:24:17.782" v="24"/>
          <ac:spMkLst>
            <pc:docMk/>
            <pc:sldMk cId="2115281189" sldId="257"/>
            <ac:spMk id="3" creationId="{FD6CAE4B-A918-B8F6-EAAE-6AACD4B2B924}"/>
          </ac:spMkLst>
        </pc:spChg>
        <pc:spChg chg="add mod">
          <ac:chgData name="Vaibhav Dnyaneshwar Abhange" userId="784a7cf182c92a5a" providerId="LiveId" clId="{7E67D044-61AC-4FE2-8303-7B4163D608DC}" dt="2026-03-13T17:48:08.217" v="144" actId="2711"/>
          <ac:spMkLst>
            <pc:docMk/>
            <pc:sldMk cId="2115281189" sldId="257"/>
            <ac:spMk id="4" creationId="{4B38977B-9A4C-D4C6-29A6-84D502B067AD}"/>
          </ac:spMkLst>
        </pc:spChg>
      </pc:sldChg>
      <pc:sldChg chg="modSp new mod">
        <pc:chgData name="Vaibhav Dnyaneshwar Abhange" userId="784a7cf182c92a5a" providerId="LiveId" clId="{7E67D044-61AC-4FE2-8303-7B4163D608DC}" dt="2026-03-13T13:35:09.083" v="62" actId="2711"/>
        <pc:sldMkLst>
          <pc:docMk/>
          <pc:sldMk cId="677640878" sldId="258"/>
        </pc:sldMkLst>
        <pc:spChg chg="mod">
          <ac:chgData name="Vaibhav Dnyaneshwar Abhange" userId="784a7cf182c92a5a" providerId="LiveId" clId="{7E67D044-61AC-4FE2-8303-7B4163D608DC}" dt="2026-03-13T13:35:09.083" v="62" actId="2711"/>
          <ac:spMkLst>
            <pc:docMk/>
            <pc:sldMk cId="677640878" sldId="258"/>
            <ac:spMk id="2" creationId="{A68E8A45-F952-1F0A-75CB-9F7CD7658B6E}"/>
          </ac:spMkLst>
        </pc:spChg>
        <pc:spChg chg="mod">
          <ac:chgData name="Vaibhav Dnyaneshwar Abhange" userId="784a7cf182c92a5a" providerId="LiveId" clId="{7E67D044-61AC-4FE2-8303-7B4163D608DC}" dt="2026-03-13T13:28:24.466" v="33" actId="113"/>
          <ac:spMkLst>
            <pc:docMk/>
            <pc:sldMk cId="677640878" sldId="258"/>
            <ac:spMk id="3" creationId="{3C962BB8-5AF1-D7A2-0D2E-B4C783136395}"/>
          </ac:spMkLst>
        </pc:spChg>
      </pc:sldChg>
      <pc:sldChg chg="modSp new mod">
        <pc:chgData name="Vaibhav Dnyaneshwar Abhange" userId="784a7cf182c92a5a" providerId="LiveId" clId="{7E67D044-61AC-4FE2-8303-7B4163D608DC}" dt="2026-03-13T13:36:18.155" v="63" actId="207"/>
        <pc:sldMkLst>
          <pc:docMk/>
          <pc:sldMk cId="2324045666" sldId="259"/>
        </pc:sldMkLst>
        <pc:spChg chg="mod">
          <ac:chgData name="Vaibhav Dnyaneshwar Abhange" userId="784a7cf182c92a5a" providerId="LiveId" clId="{7E67D044-61AC-4FE2-8303-7B4163D608DC}" dt="2026-03-13T13:36:18.155" v="63" actId="207"/>
          <ac:spMkLst>
            <pc:docMk/>
            <pc:sldMk cId="2324045666" sldId="259"/>
            <ac:spMk id="2" creationId="{11EC288D-C360-4EA4-27B9-18C8DC955157}"/>
          </ac:spMkLst>
        </pc:spChg>
        <pc:spChg chg="mod">
          <ac:chgData name="Vaibhav Dnyaneshwar Abhange" userId="784a7cf182c92a5a" providerId="LiveId" clId="{7E67D044-61AC-4FE2-8303-7B4163D608DC}" dt="2026-03-13T13:33:56.702" v="58" actId="12"/>
          <ac:spMkLst>
            <pc:docMk/>
            <pc:sldMk cId="2324045666" sldId="259"/>
            <ac:spMk id="3" creationId="{BC6E7BBC-80FD-2550-6ED6-9EAD89F0C291}"/>
          </ac:spMkLst>
        </pc:spChg>
      </pc:sldChg>
      <pc:sldChg chg="modSp new mod">
        <pc:chgData name="Vaibhav Dnyaneshwar Abhange" userId="784a7cf182c92a5a" providerId="LiveId" clId="{7E67D044-61AC-4FE2-8303-7B4163D608DC}" dt="2026-03-13T13:38:40.675" v="69"/>
        <pc:sldMkLst>
          <pc:docMk/>
          <pc:sldMk cId="2985273688" sldId="260"/>
        </pc:sldMkLst>
        <pc:spChg chg="mod">
          <ac:chgData name="Vaibhav Dnyaneshwar Abhange" userId="784a7cf182c92a5a" providerId="LiveId" clId="{7E67D044-61AC-4FE2-8303-7B4163D608DC}" dt="2026-03-13T13:38:18.235" v="68" actId="13822"/>
          <ac:spMkLst>
            <pc:docMk/>
            <pc:sldMk cId="2985273688" sldId="260"/>
            <ac:spMk id="2" creationId="{531E9F96-D039-23CA-37EF-939D1118A629}"/>
          </ac:spMkLst>
        </pc:spChg>
        <pc:spChg chg="mod">
          <ac:chgData name="Vaibhav Dnyaneshwar Abhange" userId="784a7cf182c92a5a" providerId="LiveId" clId="{7E67D044-61AC-4FE2-8303-7B4163D608DC}" dt="2026-03-13T13:38:40.675" v="69"/>
          <ac:spMkLst>
            <pc:docMk/>
            <pc:sldMk cId="2985273688" sldId="260"/>
            <ac:spMk id="3" creationId="{1240119E-BE01-7106-75E0-FAA6206EE7D8}"/>
          </ac:spMkLst>
        </pc:spChg>
      </pc:sldChg>
      <pc:sldChg chg="modSp new mod">
        <pc:chgData name="Vaibhav Dnyaneshwar Abhange" userId="784a7cf182c92a5a" providerId="LiveId" clId="{7E67D044-61AC-4FE2-8303-7B4163D608DC}" dt="2026-03-13T13:47:31.717" v="96" actId="12"/>
        <pc:sldMkLst>
          <pc:docMk/>
          <pc:sldMk cId="2629233209" sldId="261"/>
        </pc:sldMkLst>
        <pc:spChg chg="mod">
          <ac:chgData name="Vaibhav Dnyaneshwar Abhange" userId="784a7cf182c92a5a" providerId="LiveId" clId="{7E67D044-61AC-4FE2-8303-7B4163D608DC}" dt="2026-03-13T13:46:59.128" v="93" actId="14861"/>
          <ac:spMkLst>
            <pc:docMk/>
            <pc:sldMk cId="2629233209" sldId="261"/>
            <ac:spMk id="2" creationId="{20E5AE25-1622-DE39-9671-CD4FAA7123C7}"/>
          </ac:spMkLst>
        </pc:spChg>
        <pc:spChg chg="mod">
          <ac:chgData name="Vaibhav Dnyaneshwar Abhange" userId="784a7cf182c92a5a" providerId="LiveId" clId="{7E67D044-61AC-4FE2-8303-7B4163D608DC}" dt="2026-03-13T13:47:31.717" v="96" actId="12"/>
          <ac:spMkLst>
            <pc:docMk/>
            <pc:sldMk cId="2629233209" sldId="261"/>
            <ac:spMk id="3" creationId="{BBC2B63A-222C-9E4B-3C49-612D1FC9D79A}"/>
          </ac:spMkLst>
        </pc:spChg>
      </pc:sldChg>
      <pc:sldChg chg="modSp new mod">
        <pc:chgData name="Vaibhav Dnyaneshwar Abhange" userId="784a7cf182c92a5a" providerId="LiveId" clId="{7E67D044-61AC-4FE2-8303-7B4163D608DC}" dt="2026-03-13T13:52:34.219" v="104" actId="113"/>
        <pc:sldMkLst>
          <pc:docMk/>
          <pc:sldMk cId="425284117" sldId="262"/>
        </pc:sldMkLst>
        <pc:spChg chg="mod">
          <ac:chgData name="Vaibhav Dnyaneshwar Abhange" userId="784a7cf182c92a5a" providerId="LiveId" clId="{7E67D044-61AC-4FE2-8303-7B4163D608DC}" dt="2026-03-13T13:48:12.983" v="99" actId="2711"/>
          <ac:spMkLst>
            <pc:docMk/>
            <pc:sldMk cId="425284117" sldId="262"/>
            <ac:spMk id="2" creationId="{7D3E7182-3A34-CFF2-A96C-79BC709B65FE}"/>
          </ac:spMkLst>
        </pc:spChg>
        <pc:spChg chg="mod">
          <ac:chgData name="Vaibhav Dnyaneshwar Abhange" userId="784a7cf182c92a5a" providerId="LiveId" clId="{7E67D044-61AC-4FE2-8303-7B4163D608DC}" dt="2026-03-13T13:52:34.219" v="104" actId="113"/>
          <ac:spMkLst>
            <pc:docMk/>
            <pc:sldMk cId="425284117" sldId="262"/>
            <ac:spMk id="3" creationId="{FABBC5D5-8057-93D5-2588-FE4EDF958203}"/>
          </ac:spMkLst>
        </pc:spChg>
      </pc:sldChg>
      <pc:sldChg chg="modSp new mod">
        <pc:chgData name="Vaibhav Dnyaneshwar Abhange" userId="784a7cf182c92a5a" providerId="LiveId" clId="{7E67D044-61AC-4FE2-8303-7B4163D608DC}" dt="2026-03-13T13:54:24.393" v="108" actId="113"/>
        <pc:sldMkLst>
          <pc:docMk/>
          <pc:sldMk cId="1007484777" sldId="263"/>
        </pc:sldMkLst>
        <pc:spChg chg="mod">
          <ac:chgData name="Vaibhav Dnyaneshwar Abhange" userId="784a7cf182c92a5a" providerId="LiveId" clId="{7E67D044-61AC-4FE2-8303-7B4163D608DC}" dt="2026-03-13T13:49:53.122" v="102" actId="2711"/>
          <ac:spMkLst>
            <pc:docMk/>
            <pc:sldMk cId="1007484777" sldId="263"/>
            <ac:spMk id="2" creationId="{1B08F99F-61FC-0597-4CD4-E6B1DA7386E2}"/>
          </ac:spMkLst>
        </pc:spChg>
        <pc:spChg chg="mod">
          <ac:chgData name="Vaibhav Dnyaneshwar Abhange" userId="784a7cf182c92a5a" providerId="LiveId" clId="{7E67D044-61AC-4FE2-8303-7B4163D608DC}" dt="2026-03-13T13:54:24.393" v="108" actId="113"/>
          <ac:spMkLst>
            <pc:docMk/>
            <pc:sldMk cId="1007484777" sldId="263"/>
            <ac:spMk id="3" creationId="{8EC177A3-CBFA-3082-3D79-A0F832B35087}"/>
          </ac:spMkLst>
        </pc:spChg>
      </pc:sldChg>
      <pc:sldChg chg="modSp new mod">
        <pc:chgData name="Vaibhav Dnyaneshwar Abhange" userId="784a7cf182c92a5a" providerId="LiveId" clId="{7E67D044-61AC-4FE2-8303-7B4163D608DC}" dt="2026-03-13T13:54:40.563" v="110" actId="113"/>
        <pc:sldMkLst>
          <pc:docMk/>
          <pc:sldMk cId="1936625849" sldId="264"/>
        </pc:sldMkLst>
        <pc:spChg chg="mod">
          <ac:chgData name="Vaibhav Dnyaneshwar Abhange" userId="784a7cf182c92a5a" providerId="LiveId" clId="{7E67D044-61AC-4FE2-8303-7B4163D608DC}" dt="2026-03-13T13:54:09.672" v="106" actId="207"/>
          <ac:spMkLst>
            <pc:docMk/>
            <pc:sldMk cId="1936625849" sldId="264"/>
            <ac:spMk id="2" creationId="{D2D16E24-59A7-70E1-6E33-03862E2B3446}"/>
          </ac:spMkLst>
        </pc:spChg>
        <pc:spChg chg="mod">
          <ac:chgData name="Vaibhav Dnyaneshwar Abhange" userId="784a7cf182c92a5a" providerId="LiveId" clId="{7E67D044-61AC-4FE2-8303-7B4163D608DC}" dt="2026-03-13T13:54:40.563" v="110" actId="113"/>
          <ac:spMkLst>
            <pc:docMk/>
            <pc:sldMk cId="1936625849" sldId="264"/>
            <ac:spMk id="3" creationId="{0DA8EB70-9CFA-1D9D-61DD-00EEE3D99897}"/>
          </ac:spMkLst>
        </pc:spChg>
      </pc:sldChg>
      <pc:sldChg chg="modSp new mod">
        <pc:chgData name="Vaibhav Dnyaneshwar Abhange" userId="784a7cf182c92a5a" providerId="LiveId" clId="{7E67D044-61AC-4FE2-8303-7B4163D608DC}" dt="2026-03-13T13:56:33.206" v="114"/>
        <pc:sldMkLst>
          <pc:docMk/>
          <pc:sldMk cId="1344502582" sldId="265"/>
        </pc:sldMkLst>
        <pc:spChg chg="mod">
          <ac:chgData name="Vaibhav Dnyaneshwar Abhange" userId="784a7cf182c92a5a" providerId="LiveId" clId="{7E67D044-61AC-4FE2-8303-7B4163D608DC}" dt="2026-03-13T13:56:33.206" v="114"/>
          <ac:spMkLst>
            <pc:docMk/>
            <pc:sldMk cId="1344502582" sldId="265"/>
            <ac:spMk id="2" creationId="{9412E562-8454-6302-7EE6-D54B44A8FAF5}"/>
          </ac:spMkLst>
        </pc:spChg>
        <pc:spChg chg="mod">
          <ac:chgData name="Vaibhav Dnyaneshwar Abhange" userId="784a7cf182c92a5a" providerId="LiveId" clId="{7E67D044-61AC-4FE2-8303-7B4163D608DC}" dt="2026-03-13T13:55:10.602" v="112" actId="113"/>
          <ac:spMkLst>
            <pc:docMk/>
            <pc:sldMk cId="1344502582" sldId="265"/>
            <ac:spMk id="3" creationId="{EF6D6836-3B55-C3D8-F31F-1A7EE1E1418E}"/>
          </ac:spMkLst>
        </pc:spChg>
      </pc:sldChg>
      <pc:sldChg chg="modSp new mod">
        <pc:chgData name="Vaibhav Dnyaneshwar Abhange" userId="784a7cf182c92a5a" providerId="LiveId" clId="{7E67D044-61AC-4FE2-8303-7B4163D608DC}" dt="2026-03-13T14:03:02.090" v="116" actId="13822"/>
        <pc:sldMkLst>
          <pc:docMk/>
          <pc:sldMk cId="3313385956" sldId="266"/>
        </pc:sldMkLst>
        <pc:spChg chg="mod">
          <ac:chgData name="Vaibhav Dnyaneshwar Abhange" userId="784a7cf182c92a5a" providerId="LiveId" clId="{7E67D044-61AC-4FE2-8303-7B4163D608DC}" dt="2026-03-13T14:03:02.090" v="116" actId="13822"/>
          <ac:spMkLst>
            <pc:docMk/>
            <pc:sldMk cId="3313385956" sldId="266"/>
            <ac:spMk id="2" creationId="{56CFE498-0233-135E-969E-0C74DFC8B7DB}"/>
          </ac:spMkLst>
        </pc:spChg>
        <pc:spChg chg="mod">
          <ac:chgData name="Vaibhav Dnyaneshwar Abhange" userId="784a7cf182c92a5a" providerId="LiveId" clId="{7E67D044-61AC-4FE2-8303-7B4163D608DC}" dt="2026-03-13T13:44:45.323" v="89"/>
          <ac:spMkLst>
            <pc:docMk/>
            <pc:sldMk cId="3313385956" sldId="266"/>
            <ac:spMk id="3" creationId="{CA6F540B-5942-92DC-E2DC-1FE3342BD297}"/>
          </ac:spMkLst>
        </pc:spChg>
      </pc:sldChg>
      <pc:sldChg chg="new del">
        <pc:chgData name="Vaibhav Dnyaneshwar Abhange" userId="784a7cf182c92a5a" providerId="LiveId" clId="{7E67D044-61AC-4FE2-8303-7B4163D608DC}" dt="2026-03-14T03:32:59.368" v="146" actId="47"/>
        <pc:sldMkLst>
          <pc:docMk/>
          <pc:sldMk cId="251144802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E7C73B-D60B-6ADF-2670-5DDC9A815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60261"/>
            <a:ext cx="11805920" cy="6333579"/>
          </a:xfrm>
          <a:prstGeom prst="rect">
            <a:avLst/>
          </a:prstGeom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7767CE08-A687-146F-4D45-3707DC1FE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C93F5C1C-4331-FDA9-E42D-83365297B2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A3EC0-237D-824A-CA25-1CF1C669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FF00FF"/>
                </a:highlight>
                <a:latin typeface="Freestyle Script" panose="030804020302050B0404" pitchFamily="66" charset="0"/>
              </a:rPr>
              <a:t>Team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38977B-9A4C-D4C6-29A6-84D502B06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1752"/>
            <a:ext cx="66192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indent="-7429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i="1" dirty="0">
                <a:latin typeface="Arial" panose="020B0604020202020204" pitchFamily="34" charset="0"/>
              </a:rPr>
              <a:t>Project Manager</a:t>
            </a:r>
            <a:endParaRPr kumimoji="0" lang="en-US" altLang="en-US" sz="3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Developer (2 members)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Designer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Researcher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Manager</a:t>
            </a:r>
          </a:p>
          <a:p>
            <a:pPr marL="742950" lvl="0" indent="-7429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UI / Output Designer</a:t>
            </a:r>
            <a:endParaRPr kumimoji="0" lang="en-US" altLang="en-US" sz="32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Tester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Writer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Designer</a:t>
            </a:r>
          </a:p>
        </p:txBody>
      </p:sp>
    </p:spTree>
    <p:extLst>
      <p:ext uri="{BB962C8B-B14F-4D97-AF65-F5344CB8AC3E}">
        <p14:creationId xmlns:p14="http://schemas.microsoft.com/office/powerpoint/2010/main" val="211528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8A45-F952-1F0A-75CB-9F7CD765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00FFFF"/>
                </a:highlight>
                <a:latin typeface="Matura MT Script Capitals" panose="03020802060602070202" pitchFamily="66" charset="0"/>
              </a:rPr>
              <a:t>Java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2BB8-5AF1-D7A2-0D2E-B4C783136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Responsible for writing the main Java program.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Create the menu system using switch and loops</a:t>
            </a:r>
          </a:p>
          <a:p>
            <a:r>
              <a:rPr lang="en-US" dirty="0"/>
              <a:t>Implement arrays and 2D arrays for storing faculty, classrooms, and timetable</a:t>
            </a:r>
          </a:p>
          <a:p>
            <a:r>
              <a:rPr lang="en-US" dirty="0"/>
              <a:t>Write functions for adding faculty, generating timetable, and reports</a:t>
            </a:r>
          </a:p>
          <a:p>
            <a:r>
              <a:rPr lang="en-US" dirty="0"/>
              <a:t>Implement conflict detection logic</a:t>
            </a:r>
          </a:p>
          <a:p>
            <a:r>
              <a:rPr lang="en-US" dirty="0"/>
              <a:t>Skills used: Java basics, arrays, loops,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64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288D-C360-4EA4-27B9-18C8DC95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Algorithm &amp; Logic 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7BBC-80FD-2550-6ED6-9EAD89F0C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Focuses on problem solving and system logic.</a:t>
            </a:r>
          </a:p>
          <a:p>
            <a:pPr marL="0" indent="0" algn="ctr">
              <a:buNone/>
            </a:pPr>
            <a:r>
              <a:rPr lang="en-US" dirty="0"/>
              <a:t>Tasks:</a:t>
            </a:r>
          </a:p>
          <a:p>
            <a:pPr marL="0" indent="0" algn="ctr">
              <a:buNone/>
            </a:pPr>
            <a:r>
              <a:rPr lang="en-US" dirty="0"/>
              <a:t>Design timetable generation logic</a:t>
            </a:r>
          </a:p>
          <a:p>
            <a:pPr marL="0" indent="0" algn="ctr">
              <a:buNone/>
            </a:pPr>
            <a:r>
              <a:rPr lang="en-US" dirty="0"/>
              <a:t>Plan classroom allocation algorithm</a:t>
            </a:r>
          </a:p>
          <a:p>
            <a:pPr marL="0" indent="0" algn="ctr">
              <a:buNone/>
            </a:pPr>
            <a:r>
              <a:rPr lang="en-US" dirty="0"/>
              <a:t>Decide how conflicts will be detected</a:t>
            </a:r>
          </a:p>
          <a:p>
            <a:pPr marL="0" indent="0" algn="ctr">
              <a:buNone/>
            </a:pPr>
            <a:r>
              <a:rPr lang="en-US" dirty="0"/>
              <a:t>Analyze time complexity of sorting and optimization</a:t>
            </a:r>
          </a:p>
          <a:p>
            <a:pPr marL="0" indent="0" algn="ctr">
              <a:buNone/>
            </a:pPr>
            <a:r>
              <a:rPr lang="en-US" dirty="0"/>
              <a:t>Skills used: logical thinking, algorithms, problem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4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9F96-D039-23CA-37EF-939D1118A62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Vivaldi" panose="03020602050506090804" pitchFamily="66" charset="0"/>
              </a:rPr>
              <a:t>Online Researcher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119E-BE01-7106-75E0-FAA6206EE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Collects information needed for the project.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Research </a:t>
            </a:r>
            <a:r>
              <a:rPr lang="en-US" b="1" dirty="0"/>
              <a:t>smart campus systems</a:t>
            </a:r>
            <a:endParaRPr lang="en-US" dirty="0"/>
          </a:p>
          <a:p>
            <a:r>
              <a:rPr lang="en-US" dirty="0"/>
              <a:t>Study </a:t>
            </a:r>
            <a:r>
              <a:rPr lang="en-US" b="1" dirty="0"/>
              <a:t>how colleges manage timetables</a:t>
            </a:r>
            <a:endParaRPr lang="en-US" dirty="0"/>
          </a:p>
          <a:p>
            <a:r>
              <a:rPr lang="en-US" dirty="0"/>
              <a:t>Find examples of </a:t>
            </a:r>
            <a:r>
              <a:rPr lang="en-US" b="1" dirty="0"/>
              <a:t>resource optimization</a:t>
            </a:r>
            <a:endParaRPr lang="en-US" dirty="0"/>
          </a:p>
          <a:p>
            <a:r>
              <a:rPr lang="en-US" dirty="0"/>
              <a:t>Provide ideas for improving the system</a:t>
            </a:r>
          </a:p>
          <a:p>
            <a:r>
              <a:rPr lang="en-US" dirty="0"/>
              <a:t>Skills used: internet research, information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27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AE25-1622-DE39-9671-CD4FAA7123C7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>
                <a:latin typeface="Blackadder ITC" panose="04020505051007020D02" pitchFamily="82" charset="0"/>
              </a:rPr>
              <a:t>Data Designer / Data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B63A-222C-9E4B-3C49-612D1FC9D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Handles sample data used in the program.</a:t>
            </a:r>
          </a:p>
          <a:p>
            <a:pPr marL="0" indent="0">
              <a:buNone/>
            </a:pPr>
            <a:r>
              <a:rPr lang="en-US" dirty="0"/>
              <a:t>Tasks:</a:t>
            </a:r>
          </a:p>
          <a:p>
            <a:pPr marL="0" indent="0">
              <a:buNone/>
            </a:pPr>
            <a:r>
              <a:rPr lang="en-US" dirty="0"/>
              <a:t>Create lists of faculty names, subjects, classrooms</a:t>
            </a:r>
          </a:p>
          <a:p>
            <a:pPr marL="0" indent="0">
              <a:buNone/>
            </a:pPr>
            <a:r>
              <a:rPr lang="en-US" dirty="0"/>
              <a:t>Prepare student strength and classroom capacity data</a:t>
            </a:r>
          </a:p>
          <a:p>
            <a:pPr marL="0" indent="0">
              <a:buNone/>
            </a:pPr>
            <a:r>
              <a:rPr lang="en-US" dirty="0"/>
              <a:t>Organize data in arrays or tables</a:t>
            </a:r>
          </a:p>
          <a:p>
            <a:pPr marL="0" indent="0">
              <a:buNone/>
            </a:pPr>
            <a:r>
              <a:rPr lang="en-US" dirty="0"/>
              <a:t>Skills used: organization, data structure basics.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3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7182-3A34-CFF2-A96C-79BC709B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rnard MT Condensed" panose="02050806060905020404" pitchFamily="18" charset="0"/>
              </a:rPr>
              <a:t>UI / Output 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C5D5-8057-93D5-2588-FE4EDF95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Improves how the program interacts with the user.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Design menu structure</a:t>
            </a:r>
          </a:p>
          <a:p>
            <a:r>
              <a:rPr lang="en-US" dirty="0"/>
              <a:t>Format console output and reports</a:t>
            </a:r>
          </a:p>
          <a:p>
            <a:r>
              <a:rPr lang="en-US" dirty="0"/>
              <a:t>Use StringBuilder for clean reports</a:t>
            </a:r>
          </a:p>
          <a:p>
            <a:r>
              <a:rPr lang="en-US" dirty="0"/>
              <a:t>Skills used: program usability, formatting.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F99F-61FC-0597-4CD4-E6B1DA73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00FF00"/>
                </a:highlight>
                <a:latin typeface="Matura MT Script Capitals" panose="03020802060602070202" pitchFamily="66" charset="0"/>
              </a:rPr>
              <a:t>Tester / Debugging Engineer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177A3-CBFA-3082-3D79-A0F832B35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 whether the program works correctly.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Test all menu options</a:t>
            </a:r>
          </a:p>
          <a:p>
            <a:r>
              <a:rPr lang="en-US" dirty="0"/>
              <a:t>Identify errors and logical bugs</a:t>
            </a:r>
          </a:p>
          <a:p>
            <a:r>
              <a:rPr lang="en-US" dirty="0"/>
              <a:t>Check conflict detection and room allocation</a:t>
            </a:r>
          </a:p>
          <a:p>
            <a:r>
              <a:rPr lang="en-US" dirty="0"/>
              <a:t>Suggest improvements</a:t>
            </a:r>
          </a:p>
          <a:p>
            <a:r>
              <a:rPr lang="en-US" dirty="0"/>
              <a:t>Skills used: debugging, logical checking.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8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6E24-59A7-70E1-6E33-03862E2B344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/>
              <a:t>Documentation 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8EB70-9CFA-1D9D-61DD-00EEE3D99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Prepares the project report.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Write project introduction</a:t>
            </a:r>
          </a:p>
          <a:p>
            <a:r>
              <a:rPr lang="en-US" dirty="0"/>
              <a:t>Explain Java concepts used</a:t>
            </a:r>
          </a:p>
          <a:p>
            <a:r>
              <a:rPr lang="en-US" dirty="0"/>
              <a:t>Describe system flow and algorithms</a:t>
            </a:r>
          </a:p>
          <a:p>
            <a:r>
              <a:rPr lang="en-US" dirty="0"/>
              <a:t>Prepare method explanations and diagrams</a:t>
            </a:r>
          </a:p>
          <a:p>
            <a:r>
              <a:rPr lang="en-US" dirty="0"/>
              <a:t>Skills used: technical writing.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2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E562-8454-6302-7EE6-D54B44A8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6836-3B55-C3D8-F31F-1A7EE1E14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the PowerPoint and final presentation.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Convert project explanation into slides</a:t>
            </a:r>
          </a:p>
          <a:p>
            <a:r>
              <a:rPr lang="en-US" dirty="0"/>
              <a:t>Add flowcharts and diagrams</a:t>
            </a:r>
          </a:p>
          <a:p>
            <a:r>
              <a:rPr lang="en-US" dirty="0"/>
              <a:t>Prepare demo explanation</a:t>
            </a:r>
          </a:p>
          <a:p>
            <a:r>
              <a:rPr lang="en-US" dirty="0"/>
              <a:t>Skills used: communication and 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50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E498-0233-135E-969E-0C74DFC8B7D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Project Manager / Team Coordinator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F540B-5942-92DC-E2DC-1FE3342BD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the project is completed on time.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Assign tasks to team members</a:t>
            </a:r>
          </a:p>
          <a:p>
            <a:r>
              <a:rPr lang="en-US" dirty="0"/>
              <a:t>Track project progress</a:t>
            </a:r>
          </a:p>
          <a:p>
            <a:r>
              <a:rPr lang="en-US" dirty="0"/>
              <a:t>Coordinate between coding, research, and documentation teams</a:t>
            </a:r>
          </a:p>
          <a:p>
            <a:r>
              <a:rPr lang="en-US" dirty="0"/>
              <a:t>Skills used: leadership,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392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Arial</vt:lpstr>
      <vt:lpstr>Bernard MT Condensed</vt:lpstr>
      <vt:lpstr>Blackadder ITC</vt:lpstr>
      <vt:lpstr>Calibri</vt:lpstr>
      <vt:lpstr>Calibri Light</vt:lpstr>
      <vt:lpstr>Freestyle Script</vt:lpstr>
      <vt:lpstr>Matura MT Script Capitals</vt:lpstr>
      <vt:lpstr>Vivaldi</vt:lpstr>
      <vt:lpstr>Office Theme</vt:lpstr>
      <vt:lpstr>PowerPoint Presentation</vt:lpstr>
      <vt:lpstr>Team Structure</vt:lpstr>
      <vt:lpstr>Java Developer</vt:lpstr>
      <vt:lpstr>Algorithm &amp; Logic Designer</vt:lpstr>
      <vt:lpstr>Online Researcher</vt:lpstr>
      <vt:lpstr>Data Designer / Data Manager</vt:lpstr>
      <vt:lpstr>UI / Output Designer</vt:lpstr>
      <vt:lpstr>Tester / Debugging Engineer</vt:lpstr>
      <vt:lpstr>Documentation Writer</vt:lpstr>
      <vt:lpstr>Presentation Designer</vt:lpstr>
      <vt:lpstr>Project Manager / Team Coordinator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Vaibhav Dnyaneshwar Abhange</cp:lastModifiedBy>
  <cp:revision>2</cp:revision>
  <dcterms:created xsi:type="dcterms:W3CDTF">2025-07-23T00:59:00Z</dcterms:created>
  <dcterms:modified xsi:type="dcterms:W3CDTF">2026-03-14T03:33:04Z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