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8B0F9F-0A06-4E6F-B641-77E3EF15E4FB}" v="26" dt="2026-03-25T16:40:46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bhav Dnyaneshwar Abhange" userId="784a7cf182c92a5a" providerId="LiveId" clId="{7E67D044-61AC-4FE2-8303-7B4163D608DC}"/>
    <pc:docChg chg="custSel addSld modSld">
      <pc:chgData name="Vaibhav Dnyaneshwar Abhange" userId="784a7cf182c92a5a" providerId="LiveId" clId="{7E67D044-61AC-4FE2-8303-7B4163D608DC}" dt="2026-03-25T16:41:32.716" v="52" actId="20577"/>
      <pc:docMkLst>
        <pc:docMk/>
      </pc:docMkLst>
      <pc:sldChg chg="modSp mod">
        <pc:chgData name="Vaibhav Dnyaneshwar Abhange" userId="784a7cf182c92a5a" providerId="LiveId" clId="{7E67D044-61AC-4FE2-8303-7B4163D608DC}" dt="2026-03-25T16:34:01.902" v="2" actId="13822"/>
        <pc:sldMkLst>
          <pc:docMk/>
          <pc:sldMk cId="0" sldId="256"/>
        </pc:sldMkLst>
        <pc:spChg chg="mod">
          <ac:chgData name="Vaibhav Dnyaneshwar Abhange" userId="784a7cf182c92a5a" providerId="LiveId" clId="{7E67D044-61AC-4FE2-8303-7B4163D608DC}" dt="2026-03-25T16:34:01.902" v="2" actId="13822"/>
          <ac:spMkLst>
            <pc:docMk/>
            <pc:sldMk cId="0" sldId="256"/>
            <ac:spMk id="2" creationId="{00000000-0000-0000-0000-000000000000}"/>
          </ac:spMkLst>
        </pc:spChg>
      </pc:sldChg>
      <pc:sldChg chg="modSp new mod">
        <pc:chgData name="Vaibhav Dnyaneshwar Abhange" userId="784a7cf182c92a5a" providerId="LiveId" clId="{7E67D044-61AC-4FE2-8303-7B4163D608DC}" dt="2026-03-25T16:41:32.716" v="52" actId="20577"/>
        <pc:sldMkLst>
          <pc:docMk/>
          <pc:sldMk cId="3485757184" sldId="257"/>
        </pc:sldMkLst>
        <pc:spChg chg="mod">
          <ac:chgData name="Vaibhav Dnyaneshwar Abhange" userId="784a7cf182c92a5a" providerId="LiveId" clId="{7E67D044-61AC-4FE2-8303-7B4163D608DC}" dt="2026-03-25T16:34:31.529" v="4"/>
          <ac:spMkLst>
            <pc:docMk/>
            <pc:sldMk cId="3485757184" sldId="257"/>
            <ac:spMk id="2" creationId="{8804E752-8528-01D1-9713-FFEF5BF04283}"/>
          </ac:spMkLst>
        </pc:spChg>
        <pc:spChg chg="mod">
          <ac:chgData name="Vaibhav Dnyaneshwar Abhange" userId="784a7cf182c92a5a" providerId="LiveId" clId="{7E67D044-61AC-4FE2-8303-7B4163D608DC}" dt="2026-03-25T16:41:32.716" v="52" actId="20577"/>
          <ac:spMkLst>
            <pc:docMk/>
            <pc:sldMk cId="3485757184" sldId="257"/>
            <ac:spMk id="3" creationId="{9ECCEED5-2114-2BDC-C74D-7C9E3533D71C}"/>
          </ac:spMkLst>
        </pc:spChg>
      </pc:sldChg>
      <pc:sldChg chg="modSp new mod">
        <pc:chgData name="Vaibhav Dnyaneshwar Abhange" userId="784a7cf182c92a5a" providerId="LiveId" clId="{7E67D044-61AC-4FE2-8303-7B4163D608DC}" dt="2026-03-25T16:41:29.068" v="51" actId="20577"/>
        <pc:sldMkLst>
          <pc:docMk/>
          <pc:sldMk cId="816201396" sldId="258"/>
        </pc:sldMkLst>
        <pc:spChg chg="mod">
          <ac:chgData name="Vaibhav Dnyaneshwar Abhange" userId="784a7cf182c92a5a" providerId="LiveId" clId="{7E67D044-61AC-4FE2-8303-7B4163D608DC}" dt="2026-03-25T16:35:08.688" v="7"/>
          <ac:spMkLst>
            <pc:docMk/>
            <pc:sldMk cId="816201396" sldId="258"/>
            <ac:spMk id="2" creationId="{61DC2DD8-B966-E817-B124-524312237D3C}"/>
          </ac:spMkLst>
        </pc:spChg>
        <pc:spChg chg="mod">
          <ac:chgData name="Vaibhav Dnyaneshwar Abhange" userId="784a7cf182c92a5a" providerId="LiveId" clId="{7E67D044-61AC-4FE2-8303-7B4163D608DC}" dt="2026-03-25T16:41:29.068" v="51" actId="20577"/>
          <ac:spMkLst>
            <pc:docMk/>
            <pc:sldMk cId="816201396" sldId="258"/>
            <ac:spMk id="3" creationId="{CCB90414-A2CD-B202-9F30-4A54787D12C4}"/>
          </ac:spMkLst>
        </pc:spChg>
      </pc:sldChg>
      <pc:sldChg chg="modSp new mod">
        <pc:chgData name="Vaibhav Dnyaneshwar Abhange" userId="784a7cf182c92a5a" providerId="LiveId" clId="{7E67D044-61AC-4FE2-8303-7B4163D608DC}" dt="2026-03-25T16:41:23.304" v="50" actId="20577"/>
        <pc:sldMkLst>
          <pc:docMk/>
          <pc:sldMk cId="3384056606" sldId="259"/>
        </pc:sldMkLst>
        <pc:spChg chg="mod">
          <ac:chgData name="Vaibhav Dnyaneshwar Abhange" userId="784a7cf182c92a5a" providerId="LiveId" clId="{7E67D044-61AC-4FE2-8303-7B4163D608DC}" dt="2026-03-25T16:35:45.155" v="10"/>
          <ac:spMkLst>
            <pc:docMk/>
            <pc:sldMk cId="3384056606" sldId="259"/>
            <ac:spMk id="2" creationId="{9B79D827-F1F1-4402-44B8-A04DD76DD550}"/>
          </ac:spMkLst>
        </pc:spChg>
        <pc:spChg chg="mod">
          <ac:chgData name="Vaibhav Dnyaneshwar Abhange" userId="784a7cf182c92a5a" providerId="LiveId" clId="{7E67D044-61AC-4FE2-8303-7B4163D608DC}" dt="2026-03-25T16:41:23.304" v="50" actId="20577"/>
          <ac:spMkLst>
            <pc:docMk/>
            <pc:sldMk cId="3384056606" sldId="259"/>
            <ac:spMk id="3" creationId="{F34B94EB-55F8-8592-6FBC-F5B3A4F20405}"/>
          </ac:spMkLst>
        </pc:spChg>
      </pc:sldChg>
      <pc:sldChg chg="modSp new mod">
        <pc:chgData name="Vaibhav Dnyaneshwar Abhange" userId="784a7cf182c92a5a" providerId="LiveId" clId="{7E67D044-61AC-4FE2-8303-7B4163D608DC}" dt="2026-03-25T16:41:19.393" v="49" actId="20577"/>
        <pc:sldMkLst>
          <pc:docMk/>
          <pc:sldMk cId="1441317974" sldId="260"/>
        </pc:sldMkLst>
        <pc:spChg chg="mod">
          <ac:chgData name="Vaibhav Dnyaneshwar Abhange" userId="784a7cf182c92a5a" providerId="LiveId" clId="{7E67D044-61AC-4FE2-8303-7B4163D608DC}" dt="2026-03-25T16:36:12.807" v="13"/>
          <ac:spMkLst>
            <pc:docMk/>
            <pc:sldMk cId="1441317974" sldId="260"/>
            <ac:spMk id="2" creationId="{F49174E0-F708-04DE-A2C5-0B8C30C75FFA}"/>
          </ac:spMkLst>
        </pc:spChg>
        <pc:spChg chg="mod">
          <ac:chgData name="Vaibhav Dnyaneshwar Abhange" userId="784a7cf182c92a5a" providerId="LiveId" clId="{7E67D044-61AC-4FE2-8303-7B4163D608DC}" dt="2026-03-25T16:41:19.393" v="49" actId="20577"/>
          <ac:spMkLst>
            <pc:docMk/>
            <pc:sldMk cId="1441317974" sldId="260"/>
            <ac:spMk id="3" creationId="{46DFAE7C-D926-D6CF-D28E-9F5F3DDFD42E}"/>
          </ac:spMkLst>
        </pc:spChg>
      </pc:sldChg>
      <pc:sldChg chg="modSp new mod">
        <pc:chgData name="Vaibhav Dnyaneshwar Abhange" userId="784a7cf182c92a5a" providerId="LiveId" clId="{7E67D044-61AC-4FE2-8303-7B4163D608DC}" dt="2026-03-25T16:41:13.705" v="48" actId="20577"/>
        <pc:sldMkLst>
          <pc:docMk/>
          <pc:sldMk cId="776867581" sldId="261"/>
        </pc:sldMkLst>
        <pc:spChg chg="mod">
          <ac:chgData name="Vaibhav Dnyaneshwar Abhange" userId="784a7cf182c92a5a" providerId="LiveId" clId="{7E67D044-61AC-4FE2-8303-7B4163D608DC}" dt="2026-03-25T16:36:49.260" v="16"/>
          <ac:spMkLst>
            <pc:docMk/>
            <pc:sldMk cId="776867581" sldId="261"/>
            <ac:spMk id="2" creationId="{5EBC135E-D3AF-D59F-D923-5F76312D07CC}"/>
          </ac:spMkLst>
        </pc:spChg>
        <pc:spChg chg="mod">
          <ac:chgData name="Vaibhav Dnyaneshwar Abhange" userId="784a7cf182c92a5a" providerId="LiveId" clId="{7E67D044-61AC-4FE2-8303-7B4163D608DC}" dt="2026-03-25T16:41:13.705" v="48" actId="20577"/>
          <ac:spMkLst>
            <pc:docMk/>
            <pc:sldMk cId="776867581" sldId="261"/>
            <ac:spMk id="3" creationId="{2B59AB0F-9659-F6A1-70A9-B0F9E4327C5D}"/>
          </ac:spMkLst>
        </pc:spChg>
      </pc:sldChg>
      <pc:sldChg chg="modSp new mod">
        <pc:chgData name="Vaibhav Dnyaneshwar Abhange" userId="784a7cf182c92a5a" providerId="LiveId" clId="{7E67D044-61AC-4FE2-8303-7B4163D608DC}" dt="2026-03-25T16:41:07.170" v="47" actId="20577"/>
        <pc:sldMkLst>
          <pc:docMk/>
          <pc:sldMk cId="1742196957" sldId="262"/>
        </pc:sldMkLst>
        <pc:spChg chg="mod">
          <ac:chgData name="Vaibhav Dnyaneshwar Abhange" userId="784a7cf182c92a5a" providerId="LiveId" clId="{7E67D044-61AC-4FE2-8303-7B4163D608DC}" dt="2026-03-25T16:37:41.387" v="23"/>
          <ac:spMkLst>
            <pc:docMk/>
            <pc:sldMk cId="1742196957" sldId="262"/>
            <ac:spMk id="2" creationId="{A40B0C87-D64B-1A59-2D6C-1A4F43C95495}"/>
          </ac:spMkLst>
        </pc:spChg>
        <pc:spChg chg="mod">
          <ac:chgData name="Vaibhav Dnyaneshwar Abhange" userId="784a7cf182c92a5a" providerId="LiveId" clId="{7E67D044-61AC-4FE2-8303-7B4163D608DC}" dt="2026-03-25T16:41:07.170" v="47" actId="20577"/>
          <ac:spMkLst>
            <pc:docMk/>
            <pc:sldMk cId="1742196957" sldId="262"/>
            <ac:spMk id="3" creationId="{1E6F6348-52C1-309B-C1AE-0110CA4B5A5E}"/>
          </ac:spMkLst>
        </pc:spChg>
      </pc:sldChg>
      <pc:sldChg chg="modSp new mod">
        <pc:chgData name="Vaibhav Dnyaneshwar Abhange" userId="784a7cf182c92a5a" providerId="LiveId" clId="{7E67D044-61AC-4FE2-8303-7B4163D608DC}" dt="2026-03-25T16:41:03.500" v="46" actId="20577"/>
        <pc:sldMkLst>
          <pc:docMk/>
          <pc:sldMk cId="2826412359" sldId="263"/>
        </pc:sldMkLst>
        <pc:spChg chg="mod">
          <ac:chgData name="Vaibhav Dnyaneshwar Abhange" userId="784a7cf182c92a5a" providerId="LiveId" clId="{7E67D044-61AC-4FE2-8303-7B4163D608DC}" dt="2026-03-25T16:38:08.875" v="26"/>
          <ac:spMkLst>
            <pc:docMk/>
            <pc:sldMk cId="2826412359" sldId="263"/>
            <ac:spMk id="2" creationId="{DFCE53F1-2BD8-7B94-53F5-06AECF8B0DF1}"/>
          </ac:spMkLst>
        </pc:spChg>
        <pc:spChg chg="mod">
          <ac:chgData name="Vaibhav Dnyaneshwar Abhange" userId="784a7cf182c92a5a" providerId="LiveId" clId="{7E67D044-61AC-4FE2-8303-7B4163D608DC}" dt="2026-03-25T16:41:03.500" v="46" actId="20577"/>
          <ac:spMkLst>
            <pc:docMk/>
            <pc:sldMk cId="2826412359" sldId="263"/>
            <ac:spMk id="3" creationId="{FCB98D87-8E65-9E24-199C-BCAF7994AF71}"/>
          </ac:spMkLst>
        </pc:spChg>
      </pc:sldChg>
      <pc:sldChg chg="modSp new mod">
        <pc:chgData name="Vaibhav Dnyaneshwar Abhange" userId="784a7cf182c92a5a" providerId="LiveId" clId="{7E67D044-61AC-4FE2-8303-7B4163D608DC}" dt="2026-03-25T16:40:58.126" v="44" actId="20577"/>
        <pc:sldMkLst>
          <pc:docMk/>
          <pc:sldMk cId="35547362" sldId="264"/>
        </pc:sldMkLst>
        <pc:spChg chg="mod">
          <ac:chgData name="Vaibhav Dnyaneshwar Abhange" userId="784a7cf182c92a5a" providerId="LiveId" clId="{7E67D044-61AC-4FE2-8303-7B4163D608DC}" dt="2026-03-25T16:38:43.142" v="29"/>
          <ac:spMkLst>
            <pc:docMk/>
            <pc:sldMk cId="35547362" sldId="264"/>
            <ac:spMk id="2" creationId="{08060A93-6A1B-003F-7662-ACA6750DCD59}"/>
          </ac:spMkLst>
        </pc:spChg>
        <pc:spChg chg="mod">
          <ac:chgData name="Vaibhav Dnyaneshwar Abhange" userId="784a7cf182c92a5a" providerId="LiveId" clId="{7E67D044-61AC-4FE2-8303-7B4163D608DC}" dt="2026-03-25T16:40:58.126" v="44" actId="20577"/>
          <ac:spMkLst>
            <pc:docMk/>
            <pc:sldMk cId="35547362" sldId="264"/>
            <ac:spMk id="3" creationId="{6925A25A-F0A7-D6F0-4B96-DFAD8A316536}"/>
          </ac:spMkLst>
        </pc:spChg>
      </pc:sldChg>
      <pc:sldChg chg="modSp new">
        <pc:chgData name="Vaibhav Dnyaneshwar Abhange" userId="784a7cf182c92a5a" providerId="LiveId" clId="{7E67D044-61AC-4FE2-8303-7B4163D608DC}" dt="2026-03-25T16:39:17.890" v="33"/>
        <pc:sldMkLst>
          <pc:docMk/>
          <pc:sldMk cId="2139905706" sldId="265"/>
        </pc:sldMkLst>
        <pc:spChg chg="mod">
          <ac:chgData name="Vaibhav Dnyaneshwar Abhange" userId="784a7cf182c92a5a" providerId="LiveId" clId="{7E67D044-61AC-4FE2-8303-7B4163D608DC}" dt="2026-03-25T16:39:08.792" v="32"/>
          <ac:spMkLst>
            <pc:docMk/>
            <pc:sldMk cId="2139905706" sldId="265"/>
            <ac:spMk id="2" creationId="{B1C08F71-609B-59AB-6CCE-F3FDA77EBC56}"/>
          </ac:spMkLst>
        </pc:spChg>
        <pc:spChg chg="mod">
          <ac:chgData name="Vaibhav Dnyaneshwar Abhange" userId="784a7cf182c92a5a" providerId="LiveId" clId="{7E67D044-61AC-4FE2-8303-7B4163D608DC}" dt="2026-03-25T16:39:17.890" v="33"/>
          <ac:spMkLst>
            <pc:docMk/>
            <pc:sldMk cId="2139905706" sldId="265"/>
            <ac:spMk id="3" creationId="{C406C568-B8B0-6442-7C2E-3866CB6745C2}"/>
          </ac:spMkLst>
        </pc:spChg>
      </pc:sldChg>
      <pc:sldChg chg="modSp new mod">
        <pc:chgData name="Vaibhav Dnyaneshwar Abhange" userId="784a7cf182c92a5a" providerId="LiveId" clId="{7E67D044-61AC-4FE2-8303-7B4163D608DC}" dt="2026-03-25T16:40:52.273" v="43" actId="20577"/>
        <pc:sldMkLst>
          <pc:docMk/>
          <pc:sldMk cId="733930123" sldId="266"/>
        </pc:sldMkLst>
        <pc:spChg chg="mod">
          <ac:chgData name="Vaibhav Dnyaneshwar Abhange" userId="784a7cf182c92a5a" providerId="LiveId" clId="{7E67D044-61AC-4FE2-8303-7B4163D608DC}" dt="2026-03-25T16:39:30.638" v="35"/>
          <ac:spMkLst>
            <pc:docMk/>
            <pc:sldMk cId="733930123" sldId="266"/>
            <ac:spMk id="2" creationId="{B3197722-0127-6D1E-134F-2F18EE2C97BF}"/>
          </ac:spMkLst>
        </pc:spChg>
        <pc:spChg chg="mod">
          <ac:chgData name="Vaibhav Dnyaneshwar Abhange" userId="784a7cf182c92a5a" providerId="LiveId" clId="{7E67D044-61AC-4FE2-8303-7B4163D608DC}" dt="2026-03-25T16:40:52.273" v="43" actId="20577"/>
          <ac:spMkLst>
            <pc:docMk/>
            <pc:sldMk cId="733930123" sldId="266"/>
            <ac:spMk id="3" creationId="{A1A650E2-E70A-FE07-DE6B-09315C1D2076}"/>
          </ac:spMkLst>
        </pc:spChg>
      </pc:sldChg>
      <pc:sldChg chg="modSp new">
        <pc:chgData name="Vaibhav Dnyaneshwar Abhange" userId="784a7cf182c92a5a" providerId="LiveId" clId="{7E67D044-61AC-4FE2-8303-7B4163D608DC}" dt="2026-03-25T16:40:14.713" v="39"/>
        <pc:sldMkLst>
          <pc:docMk/>
          <pc:sldMk cId="3577239017" sldId="267"/>
        </pc:sldMkLst>
        <pc:spChg chg="mod">
          <ac:chgData name="Vaibhav Dnyaneshwar Abhange" userId="784a7cf182c92a5a" providerId="LiveId" clId="{7E67D044-61AC-4FE2-8303-7B4163D608DC}" dt="2026-03-25T16:40:00.605" v="38"/>
          <ac:spMkLst>
            <pc:docMk/>
            <pc:sldMk cId="3577239017" sldId="267"/>
            <ac:spMk id="2" creationId="{03209352-59FD-0899-1797-FCBCEBFFB7FB}"/>
          </ac:spMkLst>
        </pc:spChg>
        <pc:spChg chg="mod">
          <ac:chgData name="Vaibhav Dnyaneshwar Abhange" userId="784a7cf182c92a5a" providerId="LiveId" clId="{7E67D044-61AC-4FE2-8303-7B4163D608DC}" dt="2026-03-25T16:40:14.713" v="39"/>
          <ac:spMkLst>
            <pc:docMk/>
            <pc:sldMk cId="3577239017" sldId="267"/>
            <ac:spMk id="3" creationId="{9151F200-50F0-7450-5BC4-ED042E11FA54}"/>
          </ac:spMkLst>
        </pc:spChg>
      </pc:sldChg>
      <pc:sldChg chg="modSp new">
        <pc:chgData name="Vaibhav Dnyaneshwar Abhange" userId="784a7cf182c92a5a" providerId="LiveId" clId="{7E67D044-61AC-4FE2-8303-7B4163D608DC}" dt="2026-03-25T16:40:46.636" v="42"/>
        <pc:sldMkLst>
          <pc:docMk/>
          <pc:sldMk cId="86911555" sldId="268"/>
        </pc:sldMkLst>
        <pc:spChg chg="mod">
          <ac:chgData name="Vaibhav Dnyaneshwar Abhange" userId="784a7cf182c92a5a" providerId="LiveId" clId="{7E67D044-61AC-4FE2-8303-7B4163D608DC}" dt="2026-03-25T16:40:35.619" v="41"/>
          <ac:spMkLst>
            <pc:docMk/>
            <pc:sldMk cId="86911555" sldId="268"/>
            <ac:spMk id="2" creationId="{D1932B3E-A648-DC20-283B-B01ACA2A409B}"/>
          </ac:spMkLst>
        </pc:spChg>
        <pc:spChg chg="mod">
          <ac:chgData name="Vaibhav Dnyaneshwar Abhange" userId="784a7cf182c92a5a" providerId="LiveId" clId="{7E67D044-61AC-4FE2-8303-7B4163D608DC}" dt="2026-03-25T16:40:46.636" v="42"/>
          <ac:spMkLst>
            <pc:docMk/>
            <pc:sldMk cId="86911555" sldId="268"/>
            <ac:spMk id="3" creationId="{12079F86-5FD3-A56C-3287-A4B189D7910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Roadmap for UI designing for SCRO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E752-8528-01D1-9713-FFEF5BF0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Understand what to show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CEED5-2114-2BDC-C74D-7C9E3533D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decide:</a:t>
            </a:r>
          </a:p>
          <a:p>
            <a:r>
              <a:rPr lang="en-US" dirty="0"/>
              <a:t>What screens you need</a:t>
            </a:r>
            <a:br>
              <a:rPr lang="en-US" dirty="0"/>
            </a:br>
            <a:r>
              <a:rPr lang="en-US" dirty="0"/>
              <a:t>(Login, Dashboard, Classroom, Timetable, etc.) </a:t>
            </a:r>
          </a:p>
          <a:p>
            <a:r>
              <a:rPr lang="en-US"/>
              <a:t> </a:t>
            </a:r>
            <a:r>
              <a:rPr lang="en-US" dirty="0"/>
              <a:t>Just think: </a:t>
            </a:r>
            <a:r>
              <a:rPr lang="en-US" i="1" dirty="0"/>
              <a:t>user </a:t>
            </a:r>
            <a:r>
              <a:rPr lang="en-US" i="1" dirty="0" err="1"/>
              <a:t>kya</a:t>
            </a:r>
            <a:r>
              <a:rPr lang="en-US" i="1" dirty="0"/>
              <a:t> </a:t>
            </a:r>
            <a:r>
              <a:rPr lang="en-US" i="1" dirty="0" err="1"/>
              <a:t>karega</a:t>
            </a:r>
            <a:r>
              <a:rPr lang="en-US" i="1" dirty="0"/>
              <a:t>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57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2DD8-B966-E817-B124-524312237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Decide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90414-A2CD-B202-9F30-4A54787D1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Admin </a:t>
            </a:r>
          </a:p>
          <a:p>
            <a:r>
              <a:rPr lang="en-US" dirty="0"/>
              <a:t>Faculty </a:t>
            </a:r>
          </a:p>
          <a:p>
            <a:r>
              <a:rPr lang="en-US" dirty="0"/>
              <a:t>Student (optional) </a:t>
            </a:r>
          </a:p>
          <a:p>
            <a:r>
              <a:rPr lang="en-US" dirty="0"/>
              <a:t> Different users = different screens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01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9D827-F1F1-4402-44B8-A04DD76DD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Draw simple layout (Wireframe)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94EB-55F8-8592-6FBC-F5B3A4F20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paper or tools like Figma</a:t>
            </a:r>
          </a:p>
          <a:p>
            <a:r>
              <a:rPr lang="en-US" dirty="0"/>
              <a:t>Draw:</a:t>
            </a:r>
          </a:p>
          <a:p>
            <a:r>
              <a:rPr lang="en-US" dirty="0"/>
              <a:t>Where buttons will be </a:t>
            </a:r>
          </a:p>
          <a:p>
            <a:r>
              <a:rPr lang="en-US" dirty="0"/>
              <a:t>Where data will show </a:t>
            </a:r>
          </a:p>
          <a:p>
            <a:r>
              <a:rPr lang="en-US" dirty="0"/>
              <a:t> No colors, just rough design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056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74E0-F708-04DE-A2C5-0B8C30C7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Plan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AE7C-D926-D6CF-D28E-9F5F3DDFD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flow:</a:t>
            </a:r>
          </a:p>
          <a:p>
            <a:r>
              <a:rPr lang="en-US" dirty="0"/>
              <a:t>Login → Dashboard → Select feature → Show result</a:t>
            </a:r>
          </a:p>
          <a:p>
            <a:r>
              <a:rPr lang="en-US" dirty="0"/>
              <a:t> Keep it easy, don’t complicate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317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C135E-D3AF-D59F-D923-5F76312D0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Break UI into 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AB0F-9659-F6A1-70A9-B0F9E432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small parts:</a:t>
            </a:r>
          </a:p>
          <a:p>
            <a:r>
              <a:rPr lang="en-US" dirty="0"/>
              <a:t>Buttons </a:t>
            </a:r>
          </a:p>
          <a:p>
            <a:r>
              <a:rPr lang="en-US" dirty="0"/>
              <a:t>Input boxes </a:t>
            </a:r>
          </a:p>
          <a:p>
            <a:r>
              <a:rPr lang="en-US" dirty="0"/>
              <a:t>Tables </a:t>
            </a:r>
          </a:p>
          <a:p>
            <a:r>
              <a:rPr lang="en-US" dirty="0"/>
              <a:t>Messages </a:t>
            </a:r>
          </a:p>
          <a:p>
            <a:r>
              <a:rPr lang="en-US" dirty="0"/>
              <a:t> This helps in coding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867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0C87-D64B-1A59-2D6C-1A4F43C95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Choose Java UI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F6348-52C1-309B-C1AE-0110CA4B5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Use:</a:t>
            </a:r>
          </a:p>
          <a:p>
            <a:r>
              <a:rPr lang="en-US" dirty="0"/>
              <a:t>Java Swing (easy for beginners) </a:t>
            </a:r>
          </a:p>
          <a:p>
            <a:r>
              <a:rPr lang="en-US" dirty="0"/>
              <a:t>Or JavaFX (if you want better design) </a:t>
            </a:r>
          </a:p>
          <a:p>
            <a:r>
              <a:rPr lang="en-US" dirty="0"/>
              <a:t> Start with Swing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19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E53F1-2BD8-7B94-53F5-06AECF8B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Start coding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98D87-8E65-9E24-199C-BCAF7994A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Step-by-step:</a:t>
            </a:r>
          </a:p>
          <a:p>
            <a:r>
              <a:rPr lang="en-US" dirty="0"/>
              <a:t>Login page </a:t>
            </a:r>
          </a:p>
          <a:p>
            <a:r>
              <a:rPr lang="en-US" dirty="0"/>
              <a:t>Dashboard </a:t>
            </a:r>
          </a:p>
          <a:p>
            <a:r>
              <a:rPr lang="en-US" dirty="0"/>
              <a:t>One feature at a time </a:t>
            </a:r>
          </a:p>
          <a:p>
            <a:r>
              <a:rPr lang="en-US" dirty="0"/>
              <a:t>Don’t do everything together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41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60A93-6A1B-003F-7662-ACA6750DC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Connect with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5A25A-F0A7-D6F0-4B96-DFAD8A316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Input classroom → process → show result </a:t>
            </a:r>
          </a:p>
          <a:p>
            <a:r>
              <a:rPr lang="en-US" dirty="0"/>
              <a:t> UI = input +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8F71-609B-59AB-6CCE-F3FDA77E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Add messages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C568-B8B0-6442-7C2E-3866CB674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(wrong input) </a:t>
            </a:r>
          </a:p>
          <a:p>
            <a:r>
              <a:rPr lang="en-US" dirty="0"/>
              <a:t>Success (done) </a:t>
            </a:r>
          </a:p>
          <a:p>
            <a:r>
              <a:rPr lang="en-US" dirty="0"/>
              <a:t>Warning (conflict)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90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97722-0127-6D1E-134F-2F18EE2C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Make it clean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50E2-E70A-FE07-DE6B-09315C1D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 alignment </a:t>
            </a:r>
          </a:p>
          <a:p>
            <a:r>
              <a:rPr lang="en-US" dirty="0"/>
              <a:t>Simple colors </a:t>
            </a:r>
          </a:p>
          <a:p>
            <a:r>
              <a:rPr lang="en-US" dirty="0"/>
              <a:t>Clear text </a:t>
            </a:r>
          </a:p>
          <a:p>
            <a:r>
              <a:rPr lang="en-US" dirty="0"/>
              <a:t> Simple = best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930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09352-59FD-0899-1797-FCBCEBFFB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11. Test everything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1F200-50F0-7450-5BC4-ED042E11F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Check:</a:t>
            </a:r>
          </a:p>
          <a:p>
            <a:r>
              <a:rPr lang="en-US" dirty="0"/>
              <a:t>Buttons working? </a:t>
            </a:r>
          </a:p>
          <a:p>
            <a:r>
              <a:rPr lang="en-US" dirty="0"/>
              <a:t>Output correct? </a:t>
            </a:r>
          </a:p>
          <a:p>
            <a:r>
              <a:rPr lang="en-US" dirty="0"/>
              <a:t>Navigation smooth?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239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32B3E-A648-DC20-283B-B01ACA2A4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simple 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79F86-5FD3-A56C-3287-A4B189D79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opens app → clicks option → enters data → sees result</a:t>
            </a:r>
          </a:p>
        </p:txBody>
      </p:sp>
    </p:spTree>
    <p:extLst>
      <p:ext uri="{BB962C8B-B14F-4D97-AF65-F5344CB8AC3E}">
        <p14:creationId xmlns:p14="http://schemas.microsoft.com/office/powerpoint/2010/main" val="86911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260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Roadmap for UI designing for SCRO Project</vt:lpstr>
      <vt:lpstr>1. Understand what to show</vt:lpstr>
      <vt:lpstr>2. Decide users</vt:lpstr>
      <vt:lpstr>3. Draw simple layout (Wireframe)</vt:lpstr>
      <vt:lpstr>4. Plan flow</vt:lpstr>
      <vt:lpstr>5. Break UI into parts</vt:lpstr>
      <vt:lpstr>6. Choose Java UI </vt:lpstr>
      <vt:lpstr>7. Start coding UI</vt:lpstr>
      <vt:lpstr>8. Connect with logic</vt:lpstr>
      <vt:lpstr>9. Add messages</vt:lpstr>
      <vt:lpstr>10. Make it clean</vt:lpstr>
      <vt:lpstr>11. Test everything</vt:lpstr>
      <vt:lpstr>Final simple idea: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Lenovo</dc:creator>
  <cp:lastModifiedBy>Vaibhav Dnyaneshwar Abhange</cp:lastModifiedBy>
  <cp:revision>2</cp:revision>
  <dcterms:created xsi:type="dcterms:W3CDTF">2025-07-23T00:59:00Z</dcterms:created>
  <dcterms:modified xsi:type="dcterms:W3CDTF">2026-03-25T16:41:38Z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